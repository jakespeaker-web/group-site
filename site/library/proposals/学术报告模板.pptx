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1" r:id="rId1"/>
  </p:sldMasterIdLst>
  <p:notesMasterIdLst>
    <p:notesMasterId r:id="rId8"/>
  </p:notesMasterIdLst>
  <p:handoutMasterIdLst>
    <p:handoutMasterId r:id="rId9"/>
  </p:handoutMasterIdLst>
  <p:sldIdLst>
    <p:sldId id="1005" r:id="rId2"/>
    <p:sldId id="1002" r:id="rId3"/>
    <p:sldId id="1109" r:id="rId4"/>
    <p:sldId id="1128" r:id="rId5"/>
    <p:sldId id="1129" r:id="rId6"/>
    <p:sldId id="1131" r:id="rId7"/>
  </p:sldIdLst>
  <p:sldSz cx="9144000" cy="6858000" type="screen4x3"/>
  <p:notesSz cx="6788150" cy="9923463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黑体" charset="-122"/>
        <a:ea typeface="黑体" charset="-122"/>
        <a:cs typeface="+mn-cs"/>
      </a:defRPr>
    </a:lvl1pPr>
    <a:lvl2pPr marL="504825" indent="-47625"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黑体" charset="-122"/>
        <a:ea typeface="黑体" charset="-122"/>
        <a:cs typeface="+mn-cs"/>
      </a:defRPr>
    </a:lvl2pPr>
    <a:lvl3pPr marL="1009650" indent="-95250"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黑体" charset="-122"/>
        <a:ea typeface="黑体" charset="-122"/>
        <a:cs typeface="+mn-cs"/>
      </a:defRPr>
    </a:lvl3pPr>
    <a:lvl4pPr marL="1514475" indent="-142875"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黑体" charset="-122"/>
        <a:ea typeface="黑体" charset="-122"/>
        <a:cs typeface="+mn-cs"/>
      </a:defRPr>
    </a:lvl4pPr>
    <a:lvl5pPr marL="2020888" indent="-192088"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黑体" charset="-122"/>
        <a:ea typeface="黑体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chemeClr val="tx1"/>
        </a:solidFill>
        <a:latin typeface="黑体" charset="-122"/>
        <a:ea typeface="黑体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chemeClr val="tx1"/>
        </a:solidFill>
        <a:latin typeface="黑体" charset="-122"/>
        <a:ea typeface="黑体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chemeClr val="tx1"/>
        </a:solidFill>
        <a:latin typeface="黑体" charset="-122"/>
        <a:ea typeface="黑体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chemeClr val="tx1"/>
        </a:solidFill>
        <a:latin typeface="黑体" charset="-122"/>
        <a:ea typeface="黑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0000CC"/>
    <a:srgbClr val="000099"/>
    <a:srgbClr val="FF3300"/>
    <a:srgbClr val="008000"/>
    <a:srgbClr val="1F497D"/>
    <a:srgbClr val="FFCC00"/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中度样式 3 - 强调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中度样式 3 - 强调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中度样式 3 - 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中度样式 3 - 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432" autoAdjust="0"/>
    <p:restoredTop sz="82060" autoAdjust="0"/>
  </p:normalViewPr>
  <p:slideViewPr>
    <p:cSldViewPr>
      <p:cViewPr>
        <p:scale>
          <a:sx n="128" d="100"/>
          <a:sy n="128" d="100"/>
        </p:scale>
        <p:origin x="1424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95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1" d="100"/>
          <a:sy n="81" d="100"/>
        </p:scale>
        <p:origin x="3996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1638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69" tIns="47734" rIns="95469" bIns="47734" numCol="1" anchor="t" anchorCtr="0" compatLnSpc="1">
            <a:prstTxWarp prst="textNoShape">
              <a:avLst/>
            </a:prstTxWarp>
          </a:bodyPr>
          <a:lstStyle>
            <a:lvl1pPr defTabSz="954802"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 sz="1300" b="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6513" y="0"/>
            <a:ext cx="2941637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69" tIns="47734" rIns="95469" bIns="47734" numCol="1" anchor="t" anchorCtr="0" compatLnSpc="1">
            <a:prstTxWarp prst="textNoShape">
              <a:avLst/>
            </a:prstTxWarp>
          </a:bodyPr>
          <a:lstStyle>
            <a:lvl1pPr algn="r" defTabSz="954802"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 sz="1300" b="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80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163"/>
            <a:ext cx="2941638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69" tIns="47734" rIns="95469" bIns="47734" numCol="1" anchor="b" anchorCtr="0" compatLnSpc="1">
            <a:prstTxWarp prst="textNoShape">
              <a:avLst/>
            </a:prstTxWarp>
          </a:bodyPr>
          <a:lstStyle>
            <a:lvl1pPr defTabSz="954802"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 sz="1300" b="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80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6513" y="9428163"/>
            <a:ext cx="2941637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69" tIns="47734" rIns="95469" bIns="47734" numCol="1" anchor="b" anchorCtr="0" compatLnSpc="1">
            <a:prstTxWarp prst="textNoShape">
              <a:avLst/>
            </a:prstTxWarp>
          </a:bodyPr>
          <a:lstStyle>
            <a:lvl1pPr algn="r" defTabSz="954088">
              <a:defRPr sz="1300" b="0">
                <a:latin typeface="Times New Roman" charset="0"/>
                <a:ea typeface="宋体" charset="-122"/>
              </a:defRPr>
            </a:lvl1pPr>
          </a:lstStyle>
          <a:p>
            <a:fld id="{A3324B8C-9574-6E47-B883-49AD7E3399F4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1638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136" tIns="44068" rIns="88136" bIns="44068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 sz="1200" b="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8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4925" y="0"/>
            <a:ext cx="2941638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136" tIns="44068" rIns="88136" bIns="44068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 sz="1200" b="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68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2813" y="744538"/>
            <a:ext cx="4962525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058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7863" y="4713288"/>
            <a:ext cx="5432425" cy="4465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136" tIns="44068" rIns="88136" bIns="4406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058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6575"/>
            <a:ext cx="2941638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136" tIns="44068" rIns="88136" bIns="44068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 sz="1200" b="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8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4925" y="9426575"/>
            <a:ext cx="2941638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136" tIns="44068" rIns="88136" bIns="44068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charset="0"/>
                <a:ea typeface="宋体" charset="-122"/>
              </a:defRPr>
            </a:lvl1pPr>
          </a:lstStyle>
          <a:p>
            <a:fld id="{3AACE03C-5EB0-F247-BF3D-9660CD32E3CF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3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504825" algn="l" rtl="0" eaLnBrk="0" fontAlgn="base" hangingPunct="0">
      <a:spcBef>
        <a:spcPct val="30000"/>
      </a:spcBef>
      <a:spcAft>
        <a:spcPct val="0"/>
      </a:spcAft>
      <a:defRPr kumimoji="1" sz="13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1009650" algn="l" rtl="0" eaLnBrk="0" fontAlgn="base" hangingPunct="0">
      <a:spcBef>
        <a:spcPct val="30000"/>
      </a:spcBef>
      <a:spcAft>
        <a:spcPct val="0"/>
      </a:spcAft>
      <a:defRPr kumimoji="1" sz="13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514475" algn="l" rtl="0" eaLnBrk="0" fontAlgn="base" hangingPunct="0">
      <a:spcBef>
        <a:spcPct val="30000"/>
      </a:spcBef>
      <a:spcAft>
        <a:spcPct val="0"/>
      </a:spcAft>
      <a:defRPr kumimoji="1" sz="13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2020888" algn="l" rtl="0" eaLnBrk="0" fontAlgn="base" hangingPunct="0">
      <a:spcBef>
        <a:spcPct val="30000"/>
      </a:spcBef>
      <a:spcAft>
        <a:spcPct val="0"/>
      </a:spcAft>
      <a:defRPr kumimoji="1" sz="13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526487" algn="l" defTabSz="101059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31785" algn="l" defTabSz="101059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37082" algn="l" defTabSz="101059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42380" algn="l" defTabSz="101059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Times New Roman" charset="0"/>
              <a:ea typeface="宋体" charset="-122"/>
            </a:endParaRPr>
          </a:p>
        </p:txBody>
      </p:sp>
      <p:sp>
        <p:nvSpPr>
          <p:cNvPr id="3789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9pPr>
          </a:lstStyle>
          <a:p>
            <a:pPr eaLnBrk="1" hangingPunct="1"/>
            <a:fld id="{026D1F1E-4105-0D47-86DE-C762600A26A9}" type="slidenum">
              <a:rPr lang="en-US" altLang="zh-CN" sz="1200" b="0">
                <a:latin typeface="Times New Roman" charset="0"/>
                <a:ea typeface="宋体" charset="-122"/>
              </a:rPr>
              <a:pPr eaLnBrk="1" hangingPunct="1"/>
              <a:t>1</a:t>
            </a:fld>
            <a:endParaRPr lang="en-US" altLang="zh-CN" sz="1200" b="0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Times New Roman" charset="0"/>
              <a:ea typeface="宋体" charset="-122"/>
            </a:endParaRPr>
          </a:p>
        </p:txBody>
      </p:sp>
      <p:sp>
        <p:nvSpPr>
          <p:cNvPr id="3891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9pPr>
          </a:lstStyle>
          <a:p>
            <a:pPr eaLnBrk="1" hangingPunct="1"/>
            <a:fld id="{9DF18BEA-25C5-FE48-80B5-D30AA9DA0BAF}" type="slidenum">
              <a:rPr lang="en-US" altLang="zh-CN" sz="1200" b="0">
                <a:latin typeface="Times New Roman" charset="0"/>
                <a:ea typeface="宋体" charset="-122"/>
              </a:rPr>
              <a:pPr eaLnBrk="1" hangingPunct="1"/>
              <a:t>2</a:t>
            </a:fld>
            <a:endParaRPr lang="en-US" altLang="zh-CN" sz="1200" b="0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Times New Roman" charset="0"/>
              <a:ea typeface="宋体" charset="-122"/>
            </a:endParaRPr>
          </a:p>
        </p:txBody>
      </p:sp>
      <p:sp>
        <p:nvSpPr>
          <p:cNvPr id="3891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9pPr>
          </a:lstStyle>
          <a:p>
            <a:pPr eaLnBrk="1" hangingPunct="1"/>
            <a:fld id="{9DF18BEA-25C5-FE48-80B5-D30AA9DA0BAF}" type="slidenum">
              <a:rPr lang="en-US" altLang="zh-CN" sz="1200" b="0">
                <a:latin typeface="Times New Roman" charset="0"/>
                <a:ea typeface="宋体" charset="-122"/>
              </a:rPr>
              <a:pPr eaLnBrk="1" hangingPunct="1"/>
              <a:t>3</a:t>
            </a:fld>
            <a:endParaRPr lang="en-US" altLang="zh-CN" sz="1200" b="0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01333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Times New Roman" charset="0"/>
              <a:ea typeface="宋体" charset="-122"/>
            </a:endParaRPr>
          </a:p>
        </p:txBody>
      </p:sp>
      <p:sp>
        <p:nvSpPr>
          <p:cNvPr id="4096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9pPr>
          </a:lstStyle>
          <a:p>
            <a:pPr eaLnBrk="1" hangingPunct="1"/>
            <a:fld id="{ADF57573-6474-5F4C-BAFD-2D45BD3FDFE5}" type="slidenum">
              <a:rPr lang="en-US" altLang="zh-CN" sz="1200" b="0">
                <a:latin typeface="Times New Roman" charset="0"/>
                <a:ea typeface="宋体" charset="-122"/>
              </a:rPr>
              <a:pPr eaLnBrk="1" hangingPunct="1"/>
              <a:t>4</a:t>
            </a:fld>
            <a:endParaRPr lang="en-US" altLang="zh-CN" sz="1200" b="0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091615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Times New Roman" charset="0"/>
              <a:ea typeface="宋体" charset="-122"/>
            </a:endParaRPr>
          </a:p>
        </p:txBody>
      </p:sp>
      <p:sp>
        <p:nvSpPr>
          <p:cNvPr id="4096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9pPr>
          </a:lstStyle>
          <a:p>
            <a:pPr eaLnBrk="1" hangingPunct="1"/>
            <a:fld id="{ADF57573-6474-5F4C-BAFD-2D45BD3FDFE5}" type="slidenum">
              <a:rPr lang="en-US" altLang="zh-CN" sz="1200" b="0">
                <a:latin typeface="Times New Roman" charset="0"/>
                <a:ea typeface="宋体" charset="-122"/>
              </a:rPr>
              <a:pPr eaLnBrk="1" hangingPunct="1"/>
              <a:t>5</a:t>
            </a:fld>
            <a:endParaRPr lang="en-US" altLang="zh-CN" sz="1200" b="0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740403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4" descr="http://aappsbulletin.org/img/201408/active_01_0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标题 1"/>
          <p:cNvSpPr txBox="1">
            <a:spLocks/>
          </p:cNvSpPr>
          <p:nvPr/>
        </p:nvSpPr>
        <p:spPr bwMode="auto">
          <a:xfrm>
            <a:off x="5219700" y="592138"/>
            <a:ext cx="3744913" cy="107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9" tIns="45714" rIns="91429" bIns="45714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4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charset="-122"/>
                <a:ea typeface="华文中宋" charset="-122"/>
                <a:cs typeface="Arial" charset="0"/>
              </a:rPr>
              <a:t>谢谢！</a:t>
            </a:r>
            <a:endParaRPr kumimoji="0" lang="en-US" altLang="zh-CN" sz="480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中宋" charset="-122"/>
              <a:ea typeface="华文中宋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315466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056" descr="ilandsmal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516563"/>
            <a:ext cx="9144000" cy="1341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图片 15" descr="http://aappsbulletin.org/img/201408/active_01_0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920052"/>
            <a:ext cx="6840760" cy="4579533"/>
          </a:xfrm>
          <a:prstGeom prst="rect">
            <a:avLst/>
          </a:prstGeom>
          <a:solidFill>
            <a:schemeClr val="bg1">
              <a:alpha val="81000"/>
            </a:schemeClr>
          </a:solidFill>
          <a:ln>
            <a:noFill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460432" y="44626"/>
            <a:ext cx="648072" cy="7274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9" name="Rectangle 27"/>
          <p:cNvSpPr>
            <a:spLocks noChangeArrowheads="1"/>
          </p:cNvSpPr>
          <p:nvPr userDrawn="1"/>
        </p:nvSpPr>
        <p:spPr bwMode="auto">
          <a:xfrm>
            <a:off x="-4763" y="858838"/>
            <a:ext cx="9148763" cy="60325"/>
          </a:xfrm>
          <a:prstGeom prst="rect">
            <a:avLst/>
          </a:prstGeom>
          <a:gradFill rotWithShape="1">
            <a:gsLst>
              <a:gs pos="0">
                <a:srgbClr val="003366">
                  <a:alpha val="85999"/>
                </a:srgbClr>
              </a:gs>
              <a:gs pos="100000">
                <a:schemeClr val="bg1"/>
              </a:gs>
            </a:gsLst>
            <a:lin ang="5400000" scaled="1"/>
          </a:gradFill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wrap="none" lIns="91429" tIns="45714" rIns="91429" bIns="45714" anchor="ctr"/>
          <a:lstStyle/>
          <a:p>
            <a:pPr algn="ctr">
              <a:defRPr/>
            </a:pPr>
            <a:endParaRPr lang="zh-CN" altLang="en-US" sz="3100" baseline="-25000">
              <a:latin typeface="Arial" pitchFamily="34" charset="0"/>
              <a:ea typeface="MS PGothic" pitchFamily="34" charset="-128"/>
            </a:endParaRPr>
          </a:p>
        </p:txBody>
      </p:sp>
      <p:sp>
        <p:nvSpPr>
          <p:cNvPr id="14" name="标题 1"/>
          <p:cNvSpPr>
            <a:spLocks noGrp="1"/>
          </p:cNvSpPr>
          <p:nvPr>
            <p:ph type="title"/>
          </p:nvPr>
        </p:nvSpPr>
        <p:spPr>
          <a:xfrm>
            <a:off x="296640" y="1925547"/>
            <a:ext cx="8523832" cy="1143000"/>
          </a:xfrm>
          <a:prstGeom prst="rect">
            <a:avLst/>
          </a:prstGeom>
        </p:spPr>
        <p:txBody>
          <a:bodyPr/>
          <a:lstStyle>
            <a:lvl1pPr marL="0" indent="-51435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kumimoji="1" lang="zh-CN" altLang="en-US" sz="4000" b="1" kern="1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+mn-ea"/>
                <a:cs typeface="Arial Unicode MS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9" name="文本占位符 18"/>
          <p:cNvSpPr>
            <a:spLocks noGrp="1"/>
          </p:cNvSpPr>
          <p:nvPr>
            <p:ph type="body" sz="quarter" idx="10"/>
          </p:nvPr>
        </p:nvSpPr>
        <p:spPr>
          <a:xfrm>
            <a:off x="361231" y="3835689"/>
            <a:ext cx="6191969" cy="914400"/>
          </a:xfrm>
        </p:spPr>
        <p:txBody>
          <a:bodyPr/>
          <a:lstStyle>
            <a:lvl1pPr marL="0" indent="-51435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  <a:defRPr kumimoji="1" lang="zh-CN" altLang="en-US" sz="2400" b="1" kern="12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ea typeface="华文中宋" pitchFamily="2" charset="-122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29" name="文本占位符 28"/>
          <p:cNvSpPr>
            <a:spLocks noGrp="1"/>
          </p:cNvSpPr>
          <p:nvPr>
            <p:ph type="body" sz="quarter" idx="11"/>
          </p:nvPr>
        </p:nvSpPr>
        <p:spPr>
          <a:xfrm>
            <a:off x="0" y="26134"/>
            <a:ext cx="8420726" cy="810578"/>
          </a:xfr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>
                <a:solidFill>
                  <a:srgbClr val="FF0000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0012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683568" y="919163"/>
            <a:ext cx="7737158" cy="4597400"/>
          </a:xfrm>
          <a:prstGeom prst="rect">
            <a:avLst/>
          </a:prstGeom>
          <a:solidFill>
            <a:schemeClr val="bg1">
              <a:alpha val="69000"/>
            </a:schemeClr>
          </a:solidFill>
          <a:ln w="15875">
            <a:noFill/>
          </a:ln>
        </p:spPr>
        <p:txBody>
          <a:bodyPr wrap="square" rtlCol="0" anchor="ctr">
            <a:spAutoFit/>
          </a:bodyPr>
          <a:lstStyle/>
          <a:p>
            <a:pPr algn="ctr">
              <a:buNone/>
            </a:pPr>
            <a:endParaRPr lang="en-US" sz="1800" dirty="0" smtClean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563534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BannerObenOhne.jpg                                             002EF66CMacintosh HD                   B55BF55B: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标题 1"/>
          <p:cNvSpPr txBox="1">
            <a:spLocks/>
          </p:cNvSpPr>
          <p:nvPr userDrawn="1"/>
        </p:nvSpPr>
        <p:spPr bwMode="auto">
          <a:xfrm>
            <a:off x="0" y="0"/>
            <a:ext cx="9144000" cy="90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9" tIns="45714" rIns="91429" bIns="45714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9pPr>
          </a:lstStyle>
          <a:p>
            <a:pPr algn="ctr"/>
            <a:r>
              <a:rPr kumimoji="0" lang="zh-CN" altLang="en-US" sz="4000">
                <a:solidFill>
                  <a:schemeClr val="bg1"/>
                </a:solidFill>
                <a:latin typeface="微软雅黑" charset="-122"/>
                <a:ea typeface="微软雅黑" charset="-122"/>
              </a:rPr>
              <a:t>汇报纲要</a:t>
            </a:r>
            <a:endParaRPr kumimoji="0" lang="en-US" altLang="zh-CN" sz="4000">
              <a:solidFill>
                <a:schemeClr val="bg1"/>
              </a:solidFill>
              <a:latin typeface="微软雅黑" charset="-122"/>
              <a:ea typeface="微软雅黑" charset="-122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60433" y="6083982"/>
            <a:ext cx="648072" cy="7274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6" name="内容占位符 5"/>
          <p:cNvSpPr>
            <a:spLocks noGrp="1"/>
          </p:cNvSpPr>
          <p:nvPr>
            <p:ph sz="quarter" idx="10"/>
          </p:nvPr>
        </p:nvSpPr>
        <p:spPr>
          <a:xfrm>
            <a:off x="583865" y="1052738"/>
            <a:ext cx="8175678" cy="4968551"/>
          </a:xfrm>
        </p:spPr>
        <p:txBody>
          <a:bodyPr/>
          <a:lstStyle>
            <a:lvl1pPr marL="514350" indent="-514350" algn="l" rtl="0" eaLnBrk="1" fontAlgn="base" hangingPunct="1">
              <a:spcBef>
                <a:spcPts val="2400"/>
              </a:spcBef>
              <a:spcAft>
                <a:spcPct val="0"/>
              </a:spcAft>
              <a:buFont typeface="+mj-lt"/>
              <a:buAutoNum type="arabicPeriod"/>
              <a:defRPr kumimoji="1" lang="zh-CN" altLang="en-US" sz="2800" b="1" kern="1200" dirty="0" smtClean="0">
                <a:solidFill>
                  <a:schemeClr val="tx1"/>
                </a:solidFill>
                <a:latin typeface="Calibri" panose="020F0502020204030204" pitchFamily="34" charset="0"/>
                <a:ea typeface="宋体" charset="0"/>
                <a:cs typeface="Calibri" panose="020F0502020204030204" pitchFamily="34" charset="0"/>
              </a:defRPr>
            </a:lvl1pPr>
            <a:lvl2pPr marL="514350" indent="-514350" algn="l" rtl="0" eaLnBrk="1" fontAlgn="base" hangingPunct="1">
              <a:spcBef>
                <a:spcPts val="2400"/>
              </a:spcBef>
              <a:spcAft>
                <a:spcPct val="0"/>
              </a:spcAft>
              <a:buFont typeface="+mj-lt"/>
              <a:buAutoNum type="arabicPeriod"/>
              <a:defRPr kumimoji="1" lang="zh-CN" altLang="en-US" sz="2800" b="1" kern="1200" dirty="0" smtClean="0">
                <a:solidFill>
                  <a:schemeClr val="tx1"/>
                </a:solidFill>
                <a:latin typeface="Calibri" panose="020F0502020204030204" pitchFamily="34" charset="0"/>
                <a:ea typeface="宋体" charset="0"/>
                <a:cs typeface="Calibri" panose="020F0502020204030204" pitchFamily="34" charset="0"/>
              </a:defRPr>
            </a:lvl2pPr>
            <a:lvl3pPr marL="514350" indent="-514350" algn="l" rtl="0" eaLnBrk="1" fontAlgn="base" hangingPunct="1">
              <a:spcBef>
                <a:spcPts val="2400"/>
              </a:spcBef>
              <a:spcAft>
                <a:spcPct val="0"/>
              </a:spcAft>
              <a:buFont typeface="+mj-lt"/>
              <a:buAutoNum type="arabicPeriod"/>
              <a:defRPr kumimoji="1" lang="zh-CN" altLang="en-US" sz="2800" b="1" kern="1200" dirty="0" smtClean="0">
                <a:solidFill>
                  <a:schemeClr val="tx1"/>
                </a:solidFill>
                <a:latin typeface="Calibri" panose="020F0502020204030204" pitchFamily="34" charset="0"/>
                <a:ea typeface="宋体" charset="0"/>
                <a:cs typeface="Calibri" panose="020F0502020204030204" pitchFamily="34" charset="0"/>
              </a:defRPr>
            </a:lvl3pPr>
            <a:lvl4pPr marL="514350" indent="-514350" algn="l" rtl="0" eaLnBrk="1" fontAlgn="base" hangingPunct="1">
              <a:spcBef>
                <a:spcPts val="2400"/>
              </a:spcBef>
              <a:spcAft>
                <a:spcPct val="0"/>
              </a:spcAft>
              <a:buFont typeface="+mj-lt"/>
              <a:buAutoNum type="arabicPeriod"/>
              <a:defRPr kumimoji="1" lang="zh-CN" altLang="en-US" sz="2800" b="1" kern="1200" dirty="0" smtClean="0">
                <a:solidFill>
                  <a:schemeClr val="tx1"/>
                </a:solidFill>
                <a:latin typeface="Calibri" panose="020F0502020204030204" pitchFamily="34" charset="0"/>
                <a:ea typeface="宋体" charset="0"/>
                <a:cs typeface="Calibri" panose="020F0502020204030204" pitchFamily="34" charset="0"/>
              </a:defRPr>
            </a:lvl4pPr>
            <a:lvl5pPr marL="514350" indent="-514350" algn="l" rtl="0" eaLnBrk="1" fontAlgn="base" hangingPunct="1">
              <a:spcBef>
                <a:spcPts val="2400"/>
              </a:spcBef>
              <a:spcAft>
                <a:spcPct val="0"/>
              </a:spcAft>
              <a:buFont typeface="+mj-lt"/>
              <a:buAutoNum type="arabicPeriod"/>
              <a:defRPr kumimoji="1" lang="zh-CN" altLang="en-US" sz="2800" b="1" kern="1200" dirty="0">
                <a:solidFill>
                  <a:schemeClr val="tx1"/>
                </a:solidFill>
                <a:latin typeface="Calibri" panose="020F0502020204030204" pitchFamily="34" charset="0"/>
                <a:ea typeface="宋体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8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6A95BFE-2561-2644-B6AA-D4E6CFA98AE9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9151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BannerObenOhne.jpg                                             002EF66CMacintosh HD                   B55BF55B: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0" y="0"/>
            <a:ext cx="9144000" cy="90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9" tIns="45714" rIns="91429" bIns="45714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9pPr>
          </a:lstStyle>
          <a:p>
            <a:pPr algn="ctr"/>
            <a:r>
              <a:rPr kumimoji="0" lang="zh-CN" altLang="en-US" sz="3600">
                <a:solidFill>
                  <a:schemeClr val="bg1"/>
                </a:solidFill>
                <a:latin typeface="Calibri" charset="0"/>
                <a:ea typeface="华文中宋" charset="-122"/>
              </a:rPr>
              <a:t>大纲</a:t>
            </a:r>
            <a:endParaRPr kumimoji="0" lang="en-US" altLang="zh-CN" sz="3600">
              <a:solidFill>
                <a:schemeClr val="bg1"/>
              </a:solidFill>
              <a:latin typeface="Calibri" charset="0"/>
              <a:ea typeface="华文中宋" charset="-122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10"/>
          </p:nvPr>
        </p:nvSpPr>
        <p:spPr>
          <a:xfrm>
            <a:off x="517396" y="1052738"/>
            <a:ext cx="8242146" cy="4968551"/>
          </a:xfrm>
        </p:spPr>
        <p:txBody>
          <a:bodyPr/>
          <a:lstStyle>
            <a:lvl1pPr marL="514350" indent="-514350" algn="l" rtl="0" eaLnBrk="1" fontAlgn="base" hangingPunct="1">
              <a:spcBef>
                <a:spcPts val="2400"/>
              </a:spcBef>
              <a:spcAft>
                <a:spcPct val="0"/>
              </a:spcAft>
              <a:buFont typeface="+mj-lt"/>
              <a:buAutoNum type="arabicPeriod"/>
              <a:defRPr kumimoji="1" lang="zh-CN" altLang="en-US" sz="2800" b="1" kern="1200" dirty="0" smtClean="0">
                <a:solidFill>
                  <a:schemeClr val="tx1"/>
                </a:solidFill>
                <a:latin typeface="Calibri" panose="020F0502020204030204" pitchFamily="34" charset="0"/>
                <a:ea typeface="宋体" charset="0"/>
                <a:cs typeface="Calibri" panose="020F0502020204030204" pitchFamily="34" charset="0"/>
              </a:defRPr>
            </a:lvl1pPr>
            <a:lvl2pPr marL="514350" indent="-514350" algn="l" rtl="0" eaLnBrk="1" fontAlgn="base" hangingPunct="1">
              <a:spcBef>
                <a:spcPts val="2400"/>
              </a:spcBef>
              <a:spcAft>
                <a:spcPct val="0"/>
              </a:spcAft>
              <a:buFont typeface="+mj-lt"/>
              <a:buAutoNum type="arabicPeriod"/>
              <a:defRPr kumimoji="1" lang="zh-CN" altLang="en-US" sz="2800" b="1" kern="1200" dirty="0" smtClean="0">
                <a:solidFill>
                  <a:schemeClr val="tx1"/>
                </a:solidFill>
                <a:latin typeface="Calibri" panose="020F0502020204030204" pitchFamily="34" charset="0"/>
                <a:ea typeface="宋体" charset="0"/>
                <a:cs typeface="Calibri" panose="020F0502020204030204" pitchFamily="34" charset="0"/>
              </a:defRPr>
            </a:lvl2pPr>
            <a:lvl3pPr marL="514350" indent="-514350" algn="l" rtl="0" eaLnBrk="1" fontAlgn="base" hangingPunct="1">
              <a:spcBef>
                <a:spcPts val="2400"/>
              </a:spcBef>
              <a:spcAft>
                <a:spcPct val="0"/>
              </a:spcAft>
              <a:buFont typeface="+mj-lt"/>
              <a:buAutoNum type="arabicPeriod"/>
              <a:defRPr kumimoji="1" lang="zh-CN" altLang="en-US" sz="2800" b="1" kern="1200" dirty="0" smtClean="0">
                <a:solidFill>
                  <a:schemeClr val="tx1"/>
                </a:solidFill>
                <a:latin typeface="Calibri" panose="020F0502020204030204" pitchFamily="34" charset="0"/>
                <a:ea typeface="宋体" charset="0"/>
                <a:cs typeface="Calibri" panose="020F0502020204030204" pitchFamily="34" charset="0"/>
              </a:defRPr>
            </a:lvl3pPr>
            <a:lvl4pPr marL="514350" indent="-514350" algn="l" rtl="0" eaLnBrk="1" fontAlgn="base" hangingPunct="1">
              <a:spcBef>
                <a:spcPts val="2400"/>
              </a:spcBef>
              <a:spcAft>
                <a:spcPct val="0"/>
              </a:spcAft>
              <a:buFont typeface="+mj-lt"/>
              <a:buAutoNum type="arabicPeriod"/>
              <a:defRPr kumimoji="1" lang="zh-CN" altLang="en-US" sz="2800" b="1" kern="1200" dirty="0" smtClean="0">
                <a:solidFill>
                  <a:schemeClr val="tx1"/>
                </a:solidFill>
                <a:latin typeface="Calibri" panose="020F0502020204030204" pitchFamily="34" charset="0"/>
                <a:ea typeface="宋体" charset="0"/>
                <a:cs typeface="Calibri" panose="020F0502020204030204" pitchFamily="34" charset="0"/>
              </a:defRPr>
            </a:lvl4pPr>
            <a:lvl5pPr marL="514350" indent="-514350" algn="l" rtl="0" eaLnBrk="1" fontAlgn="base" hangingPunct="1">
              <a:spcBef>
                <a:spcPts val="2400"/>
              </a:spcBef>
              <a:spcAft>
                <a:spcPct val="0"/>
              </a:spcAft>
              <a:buFont typeface="+mj-lt"/>
              <a:buAutoNum type="arabicPeriod"/>
              <a:defRPr kumimoji="1" lang="zh-CN" altLang="en-US" sz="2800" b="1" kern="1200" dirty="0">
                <a:solidFill>
                  <a:schemeClr val="tx1"/>
                </a:solidFill>
                <a:latin typeface="Calibri" panose="020F0502020204030204" pitchFamily="34" charset="0"/>
                <a:ea typeface="宋体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69AC3D-D9BC-8A48-ADFC-F9B9CACC0031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8539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BannerObenOhne.jpg                                             002EF66CMacintosh HD                   B55BF55B: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60433" y="6083982"/>
            <a:ext cx="648072" cy="7274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0872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3200" b="1" dirty="0">
                <a:solidFill>
                  <a:schemeClr val="bg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quarter" idx="10"/>
          </p:nvPr>
        </p:nvSpPr>
        <p:spPr>
          <a:xfrm>
            <a:off x="467544" y="1052736"/>
            <a:ext cx="8352928" cy="4968552"/>
          </a:xfrm>
        </p:spPr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4CA58E5-87E6-044E-B4E1-7558B6530FA8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09995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52513"/>
            <a:ext cx="8229600" cy="507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29" tIns="45714" rIns="91429" bIns="457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2700338" y="6545263"/>
            <a:ext cx="3887787" cy="2682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7235825" y="6545263"/>
            <a:ext cx="1873250" cy="26828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fld id="{7FA4B8D2-AC7E-434D-BA67-63885A525281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8" r:id="rId1"/>
    <p:sldLayoutId id="2147483874" r:id="rId2"/>
    <p:sldLayoutId id="2147483875" r:id="rId3"/>
    <p:sldLayoutId id="2147483876" r:id="rId4"/>
    <p:sldLayoutId id="2147483877" r:id="rId5"/>
  </p:sldLayoutIdLst>
  <p:timing>
    <p:tnLst>
      <p:par>
        <p:cTn id="1" dur="indefinite" restart="never" nodeType="tmRoot"/>
      </p:par>
    </p:tnLst>
  </p:timing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CC"/>
          </a:solidFill>
          <a:latin typeface="Calibri" panose="020F0502020204030204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CC"/>
          </a:solidFill>
          <a:latin typeface="Calibri" pitchFamily="34" charset="0"/>
          <a:ea typeface="华文中宋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CC"/>
          </a:solidFill>
          <a:latin typeface="Calibri" pitchFamily="34" charset="0"/>
          <a:ea typeface="华文中宋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CC"/>
          </a:solidFill>
          <a:latin typeface="Calibri" pitchFamily="34" charset="0"/>
          <a:ea typeface="华文中宋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CC"/>
          </a:solidFill>
          <a:latin typeface="Calibri" pitchFamily="34" charset="0"/>
          <a:ea typeface="华文中宋" pitchFamily="2" charset="-122"/>
        </a:defRPr>
      </a:lvl5pPr>
      <a:lvl6pPr marL="457143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286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428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57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1313" indent="-341313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1pPr>
      <a:lvl2pPr marL="741363" indent="-284163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Calibri" panose="020F0502020204030204" pitchFamily="34" charset="0"/>
          <a:ea typeface="+mn-ea"/>
        </a:defRPr>
      </a:lvl2pPr>
      <a:lvl3pPr marL="1141413" indent="-227013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Calibri" panose="020F0502020204030204" pitchFamily="34" charset="0"/>
          <a:ea typeface="+mn-ea"/>
        </a:defRPr>
      </a:lvl3pPr>
      <a:lvl4pPr marL="1597025" indent="-227013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Calibri" panose="020F0502020204030204" pitchFamily="34" charset="0"/>
          <a:ea typeface="+mn-ea"/>
        </a:defRPr>
      </a:lvl4pPr>
      <a:lvl5pPr marL="2055813" indent="-227013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Calibri" panose="020F0502020204030204" pitchFamily="34" charset="0"/>
          <a:ea typeface="+mn-ea"/>
        </a:defRPr>
      </a:lvl5pPr>
      <a:lvl6pPr marL="2514285" indent="-228571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426" indent="-228571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8569" indent="-228571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5712" indent="-228571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2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3" algn="l" defTabSz="9142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86" algn="l" defTabSz="9142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28" algn="l" defTabSz="9142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70" algn="l" defTabSz="9142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13" algn="l" defTabSz="9142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56" algn="l" defTabSz="9142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98" algn="l" defTabSz="9142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41" algn="l" defTabSz="9142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83666" y="1340768"/>
            <a:ext cx="6228694" cy="1143000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sz="32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charset="-122"/>
                <a:ea typeface="微软雅黑" charset="-122"/>
                <a:cs typeface="Arial Unicode MS" charset="0"/>
              </a:rPr>
              <a:t>题目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charset="-122"/>
                <a:ea typeface="微软雅黑" charset="-122"/>
                <a:cs typeface="Arial Unicode MS" charset="0"/>
              </a:rPr>
              <a:t/>
            </a:r>
            <a:b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charset="-122"/>
                <a:ea typeface="微软雅黑" charset="-122"/>
                <a:cs typeface="Arial Unicode MS" charset="0"/>
              </a:rPr>
            </a:br>
            <a:endParaRPr sz="3200" dirty="0">
              <a:effectLst>
                <a:outerShdw blurRad="38100" dist="38100" dir="2700000" algn="tl">
                  <a:srgbClr val="C0C0C0"/>
                </a:outerShdw>
              </a:effectLst>
              <a:latin typeface="微软雅黑" charset="-122"/>
              <a:ea typeface="微软雅黑" charset="-122"/>
              <a:cs typeface="Arial Unicode MS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1512377" y="2780928"/>
            <a:ext cx="6191250" cy="1944688"/>
          </a:xfrm>
        </p:spPr>
        <p:txBody>
          <a:bodyPr/>
          <a:lstStyle/>
          <a:p>
            <a:pPr algn="ctr" eaLnBrk="1" hangingPunct="1">
              <a:buFont typeface="Wingdings" charset="2"/>
              <a:buNone/>
            </a:pPr>
            <a:r>
              <a:rPr lang="zh-CN" altLang="en-US" sz="2800" dirty="0" smtClean="0">
                <a:solidFill>
                  <a:srgbClr val="0000FF"/>
                </a:solidFill>
                <a:effectLst/>
                <a:latin typeface="Century Gothic" charset="0"/>
                <a:ea typeface="微软雅黑" charset="-122"/>
              </a:rPr>
              <a:t>申请人</a:t>
            </a:r>
            <a:r>
              <a:rPr lang="zh-CN" altLang="en-US" sz="2800" dirty="0" smtClean="0">
                <a:solidFill>
                  <a:srgbClr val="0000FF"/>
                </a:solidFill>
                <a:effectLst/>
                <a:latin typeface="Century Gothic" charset="0"/>
                <a:ea typeface="微软雅黑" charset="-122"/>
              </a:rPr>
              <a:t>：作者</a:t>
            </a:r>
            <a:endParaRPr sz="2000" dirty="0">
              <a:solidFill>
                <a:srgbClr val="0000FF"/>
              </a:solidFill>
              <a:effectLst/>
              <a:latin typeface="Century Gothic" charset="0"/>
              <a:ea typeface="微软雅黑" charset="-122"/>
            </a:endParaRPr>
          </a:p>
          <a:p>
            <a:pPr algn="ctr" eaLnBrk="1" hangingPunct="1">
              <a:buFont typeface="Wingdings" charset="2"/>
              <a:buNone/>
            </a:pPr>
            <a:endParaRPr lang="en-US" altLang="zh-CN" sz="800" dirty="0">
              <a:solidFill>
                <a:srgbClr val="0000FF"/>
              </a:solidFill>
              <a:effectLst/>
              <a:latin typeface="Century Gothic" charset="0"/>
              <a:ea typeface="微软雅黑" charset="-122"/>
              <a:cs typeface="Times New Roman" charset="0"/>
            </a:endParaRPr>
          </a:p>
          <a:p>
            <a:pPr algn="ctr" eaLnBrk="1" hangingPunct="1"/>
            <a:r>
              <a:rPr lang="zh-CN" altLang="en-US" dirty="0" smtClean="0">
                <a:effectLst/>
                <a:latin typeface="Century Gothic" charset="0"/>
                <a:ea typeface="微软雅黑" charset="-122"/>
              </a:rPr>
              <a:t>单位</a:t>
            </a:r>
            <a:r>
              <a:rPr lang="en-US" altLang="zh-CN" dirty="0" smtClean="0">
                <a:effectLst/>
                <a:latin typeface="Century Gothic" charset="0"/>
                <a:ea typeface="微软雅黑" charset="-122"/>
              </a:rPr>
              <a:t>--</a:t>
            </a:r>
            <a:r>
              <a:rPr dirty="0" smtClean="0">
                <a:effectLst/>
                <a:latin typeface="Century Gothic" charset="0"/>
                <a:ea typeface="微软雅黑" charset="-122"/>
              </a:rPr>
              <a:t>等离子体</a:t>
            </a:r>
            <a:r>
              <a:rPr lang="zh-CN" altLang="en-US" dirty="0" smtClean="0">
                <a:effectLst/>
                <a:latin typeface="Century Gothic" charset="0"/>
                <a:ea typeface="微软雅黑" charset="-122"/>
              </a:rPr>
              <a:t>物理研究</a:t>
            </a:r>
            <a:r>
              <a:rPr dirty="0" smtClean="0">
                <a:effectLst/>
                <a:latin typeface="Century Gothic" charset="0"/>
                <a:ea typeface="微软雅黑" charset="-122"/>
              </a:rPr>
              <a:t>所</a:t>
            </a:r>
            <a:endParaRPr lang="en-US" dirty="0" smtClean="0">
              <a:effectLst/>
              <a:latin typeface="Century Gothic" charset="0"/>
              <a:ea typeface="微软雅黑" charset="-122"/>
            </a:endParaRPr>
          </a:p>
          <a:p>
            <a:pPr algn="ctr" eaLnBrk="1" hangingPunct="1">
              <a:buFont typeface="Wingdings" charset="2"/>
              <a:buNone/>
            </a:pPr>
            <a:r>
              <a:rPr lang="zh-CN" altLang="en-US" dirty="0" smtClean="0">
                <a:effectLst/>
                <a:latin typeface="Century Gothic" charset="0"/>
                <a:ea typeface="微软雅黑" charset="-122"/>
              </a:rPr>
              <a:t>时间 </a:t>
            </a:r>
            <a:r>
              <a:rPr lang="en-US" altLang="zh-CN" dirty="0" smtClean="0">
                <a:effectLst/>
                <a:latin typeface="Century Gothic" charset="0"/>
                <a:ea typeface="微软雅黑" charset="-122"/>
              </a:rPr>
              <a:t>---</a:t>
            </a:r>
            <a:r>
              <a:rPr lang="zh-CN" altLang="en-US" dirty="0" smtClean="0">
                <a:effectLst/>
                <a:latin typeface="Century Gothic" charset="0"/>
                <a:ea typeface="微软雅黑" charset="-122"/>
              </a:rPr>
              <a:t> </a:t>
            </a:r>
            <a:r>
              <a:rPr lang="en-US" altLang="zh-CN" dirty="0" smtClean="0">
                <a:effectLst/>
                <a:latin typeface="Century Gothic" charset="0"/>
                <a:ea typeface="微软雅黑" charset="-122"/>
              </a:rPr>
              <a:t>2019</a:t>
            </a:r>
            <a:r>
              <a:rPr dirty="0" smtClean="0">
                <a:effectLst/>
                <a:latin typeface="Century Gothic" charset="0"/>
                <a:ea typeface="微软雅黑" charset="-122"/>
              </a:rPr>
              <a:t>年</a:t>
            </a:r>
            <a:r>
              <a:rPr lang="zh-CN" altLang="en-US" dirty="0">
                <a:effectLst/>
                <a:latin typeface="Century Gothic" charset="0"/>
                <a:ea typeface="微软雅黑" charset="-122"/>
              </a:rPr>
              <a:t> </a:t>
            </a:r>
            <a:r>
              <a:rPr lang="en-US" altLang="zh-CN" dirty="0" smtClean="0">
                <a:effectLst/>
                <a:latin typeface="Century Gothic" charset="0"/>
                <a:ea typeface="微软雅黑" charset="-122"/>
              </a:rPr>
              <a:t>8</a:t>
            </a:r>
            <a:r>
              <a:rPr dirty="0" smtClean="0">
                <a:effectLst/>
                <a:latin typeface="Century Gothic" charset="0"/>
                <a:ea typeface="微软雅黑" charset="-122"/>
              </a:rPr>
              <a:t>月</a:t>
            </a:r>
            <a:r>
              <a:rPr lang="zh-CN" altLang="en-US" dirty="0" smtClean="0">
                <a:effectLst/>
                <a:latin typeface="Century Gothic" charset="0"/>
                <a:ea typeface="微软雅黑" charset="-122"/>
              </a:rPr>
              <a:t> </a:t>
            </a:r>
            <a:r>
              <a:rPr lang="en-US" altLang="zh-CN" dirty="0" smtClean="0">
                <a:effectLst/>
                <a:latin typeface="Century Gothic" charset="0"/>
                <a:ea typeface="微软雅黑" charset="-122"/>
              </a:rPr>
              <a:t>2</a:t>
            </a:r>
            <a:r>
              <a:rPr dirty="0" smtClean="0">
                <a:effectLst/>
                <a:latin typeface="Century Gothic" charset="0"/>
                <a:ea typeface="微软雅黑" charset="-122"/>
              </a:rPr>
              <a:t>日</a:t>
            </a:r>
            <a:endParaRPr dirty="0">
              <a:effectLst/>
              <a:latin typeface="Century Gothic" charset="0"/>
              <a:ea typeface="微软雅黑" charset="-122"/>
            </a:endParaRPr>
          </a:p>
          <a:p>
            <a:pPr algn="ctr" eaLnBrk="1" hangingPunct="1">
              <a:buFont typeface="Wingdings" charset="2"/>
              <a:buNone/>
            </a:pPr>
            <a:endParaRPr lang="en-US" altLang="zh-CN" dirty="0">
              <a:solidFill>
                <a:srgbClr val="0070C0"/>
              </a:solidFill>
              <a:effectLst/>
              <a:latin typeface="Century Gothic" charset="0"/>
              <a:ea typeface="黑体" charset="-122"/>
            </a:endParaRPr>
          </a:p>
          <a:p>
            <a:pPr algn="ctr" eaLnBrk="1" hangingPunct="1">
              <a:buFont typeface="Wingdings" charset="2"/>
              <a:buNone/>
            </a:pPr>
            <a:endParaRPr dirty="0">
              <a:solidFill>
                <a:srgbClr val="0000FF"/>
              </a:solidFill>
              <a:effectLst/>
              <a:latin typeface="Century Gothic" charset="0"/>
              <a:ea typeface="黑体" charset="-122"/>
            </a:endParaRPr>
          </a:p>
        </p:txBody>
      </p:sp>
      <p:sp>
        <p:nvSpPr>
          <p:cNvPr id="8" name="文本框 1"/>
          <p:cNvSpPr txBox="1"/>
          <p:nvPr/>
        </p:nvSpPr>
        <p:spPr>
          <a:xfrm flipH="1">
            <a:off x="2141729" y="5661248"/>
            <a:ext cx="4932546" cy="461665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dirty="0">
                <a:solidFill>
                  <a:srgbClr val="0000FF"/>
                </a:solidFill>
                <a:latin typeface="Century Gothic" charset="0"/>
                <a:ea typeface="Century Gothic" charset="0"/>
                <a:cs typeface="Century Gothic" charset="0"/>
              </a:rPr>
              <a:t>E-mail: </a:t>
            </a:r>
            <a:r>
              <a:rPr lang="zh-CN" altLang="en-US" dirty="0" smtClean="0">
                <a:solidFill>
                  <a:srgbClr val="0000FF"/>
                </a:solidFill>
                <a:latin typeface="Century Gothic" charset="0"/>
                <a:ea typeface="Century Gothic" charset="0"/>
                <a:cs typeface="Century Gothic" charset="0"/>
              </a:rPr>
              <a:t>。。。</a:t>
            </a:r>
            <a:r>
              <a:rPr lang="en-US" altLang="zh-CN" dirty="0" smtClean="0">
                <a:solidFill>
                  <a:srgbClr val="0000FF"/>
                </a:solidFill>
                <a:latin typeface="Century Gothic" charset="0"/>
                <a:ea typeface="Century Gothic" charset="0"/>
                <a:cs typeface="Century Gothic" charset="0"/>
              </a:rPr>
              <a:t>@</a:t>
            </a:r>
            <a:r>
              <a:rPr lang="en-US" altLang="zh-CN" dirty="0" err="1" smtClean="0">
                <a:solidFill>
                  <a:srgbClr val="0000FF"/>
                </a:solidFill>
                <a:latin typeface="Century Gothic" charset="0"/>
                <a:ea typeface="Century Gothic" charset="0"/>
                <a:cs typeface="Century Gothic" charset="0"/>
              </a:rPr>
              <a:t>ipp.ac.cn</a:t>
            </a:r>
            <a:r>
              <a:rPr lang="en-US" altLang="zh-CN" dirty="0" smtClean="0">
                <a:solidFill>
                  <a:srgbClr val="0000FF"/>
                </a:solidFill>
                <a:latin typeface="Century Gothic" charset="0"/>
                <a:ea typeface="Century Gothic" charset="0"/>
                <a:cs typeface="Century Gothic" charset="0"/>
              </a:rPr>
              <a:t> </a:t>
            </a:r>
            <a:endParaRPr lang="zh-CN" altLang="en-US" dirty="0">
              <a:solidFill>
                <a:srgbClr val="0000FF"/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5" name="Rectangle 3"/>
          <p:cNvSpPr txBox="1">
            <a:spLocks noRot="1" noChangeArrowheads="1"/>
          </p:cNvSpPr>
          <p:nvPr/>
        </p:nvSpPr>
        <p:spPr>
          <a:xfrm>
            <a:off x="1557026" y="294896"/>
            <a:ext cx="7277100" cy="838200"/>
          </a:xfrm>
          <a:prstGeom prst="rect">
            <a:avLst/>
          </a:prstGeom>
        </p:spPr>
        <p:txBody>
          <a:bodyPr/>
          <a:lstStyle>
            <a:lvl1pPr marL="341313" indent="-341313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741363" indent="-284163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+mn-ea"/>
              </a:defRPr>
            </a:lvl2pPr>
            <a:lvl3pPr marL="114141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+mn-ea"/>
              </a:defRPr>
            </a:lvl3pPr>
            <a:lvl4pPr marL="1597025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Calibri" panose="020F0502020204030204" pitchFamily="34" charset="0"/>
                <a:ea typeface="+mn-ea"/>
              </a:defRPr>
            </a:lvl4pPr>
            <a:lvl5pPr marL="205581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Calibri" panose="020F0502020204030204" pitchFamily="34" charset="0"/>
                <a:ea typeface="+mn-ea"/>
              </a:defRPr>
            </a:lvl5pPr>
            <a:lvl6pPr marL="2514285" indent="-22857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426" indent="-22857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569" indent="-22857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5712" indent="-22857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buNone/>
            </a:pPr>
            <a:r>
              <a:rPr kumimoji="0" lang="zh-CN" altLang="en-US" sz="2400" b="1" kern="0" dirty="0" smtClean="0">
                <a:latin typeface="微软雅黑" charset="-122"/>
                <a:ea typeface="微软雅黑" charset="-122"/>
                <a:cs typeface="Times New Roman" charset="0"/>
              </a:rPr>
              <a:t>活动名称</a:t>
            </a:r>
            <a:endParaRPr kumimoji="0" lang="en-US" altLang="zh-CN" sz="2400" b="1" kern="0" dirty="0">
              <a:latin typeface="微软雅黑" charset="-122"/>
              <a:ea typeface="微软雅黑" charset="-122"/>
              <a:cs typeface="Times New Roman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9pPr>
          </a:lstStyle>
          <a:p>
            <a:fld id="{7852A3BD-B04B-D242-8B51-5640F44BE505}" type="slidenum">
              <a:rPr lang="zh-CN" altLang="en-US" sz="1200">
                <a:solidFill>
                  <a:srgbClr val="898989"/>
                </a:solidFill>
                <a:latin typeface="Calibri" charset="0"/>
              </a:rPr>
              <a:pPr/>
              <a:t>2</a:t>
            </a:fld>
            <a:endParaRPr lang="zh-CN" alt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10243" name="矩形 3"/>
          <p:cNvSpPr>
            <a:spLocks noChangeArrowheads="1"/>
          </p:cNvSpPr>
          <p:nvPr/>
        </p:nvSpPr>
        <p:spPr bwMode="auto">
          <a:xfrm>
            <a:off x="190500" y="1127125"/>
            <a:ext cx="4959350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-342900"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9pPr>
          </a:lstStyle>
          <a:p>
            <a:pPr eaLnBrk="1" hangingPunct="1">
              <a:lnSpc>
                <a:spcPct val="150000"/>
              </a:lnSpc>
              <a:buClr>
                <a:srgbClr val="0000FF"/>
              </a:buClr>
              <a:buSzPct val="80000"/>
              <a:buFont typeface="Wingdings" charset="2"/>
              <a:buChar char="q"/>
            </a:pPr>
            <a:r>
              <a:rPr lang="zh-CN" altLang="en-US" sz="2800" dirty="0" smtClean="0">
                <a:latin typeface="微软雅黑" charset="-122"/>
                <a:ea typeface="微软雅黑" charset="-122"/>
              </a:rPr>
              <a:t>。。</a:t>
            </a:r>
            <a:endParaRPr lang="en-US" altLang="zh-CN" sz="2800" dirty="0">
              <a:latin typeface="微软雅黑" charset="-122"/>
              <a:ea typeface="微软雅黑" charset="-122"/>
            </a:endParaRPr>
          </a:p>
          <a:p>
            <a:pPr eaLnBrk="1" hangingPunct="1">
              <a:lnSpc>
                <a:spcPct val="150000"/>
              </a:lnSpc>
              <a:buClr>
                <a:srgbClr val="0000FF"/>
              </a:buClr>
              <a:buSzPct val="80000"/>
              <a:buFont typeface="Wingdings" charset="2"/>
              <a:buChar char="q"/>
            </a:pPr>
            <a:r>
              <a:rPr lang="zh-CN" altLang="en-US" sz="2800" dirty="0" smtClean="0">
                <a:latin typeface="微软雅黑" charset="-122"/>
                <a:ea typeface="微软雅黑" charset="-122"/>
              </a:rPr>
              <a:t>。。</a:t>
            </a:r>
            <a:endParaRPr lang="en-US" altLang="zh-CN" sz="2800" dirty="0">
              <a:latin typeface="微软雅黑" charset="-122"/>
              <a:ea typeface="微软雅黑" charset="-122"/>
            </a:endParaRPr>
          </a:p>
          <a:p>
            <a:pPr eaLnBrk="1" hangingPunct="1">
              <a:lnSpc>
                <a:spcPct val="150000"/>
              </a:lnSpc>
              <a:buClr>
                <a:srgbClr val="0000FF"/>
              </a:buClr>
              <a:buSzPct val="80000"/>
              <a:buFont typeface="Wingdings" charset="2"/>
              <a:buChar char="q"/>
            </a:pPr>
            <a:r>
              <a:rPr lang="zh-CN" altLang="en-US" sz="2800" dirty="0" smtClean="0">
                <a:latin typeface="微软雅黑" charset="-122"/>
                <a:ea typeface="微软雅黑" charset="-122"/>
              </a:rPr>
              <a:t>。。</a:t>
            </a:r>
            <a:endParaRPr lang="en-US" altLang="zh-CN" sz="2800" dirty="0"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>
            <a:spLocks noChangeArrowheads="1"/>
          </p:cNvSpPr>
          <p:nvPr/>
        </p:nvSpPr>
        <p:spPr bwMode="auto">
          <a:xfrm>
            <a:off x="14287" y="1268760"/>
            <a:ext cx="9121775" cy="576064"/>
          </a:xfrm>
          <a:prstGeom prst="roundRect">
            <a:avLst>
              <a:gd name="adj" fmla="val 20468"/>
            </a:avLst>
          </a:prstGeom>
          <a:solidFill>
            <a:srgbClr val="FFFF00"/>
          </a:solidFill>
          <a:ln w="9525">
            <a:solidFill>
              <a:srgbClr val="FFFF00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0242" name="灯片编号占位符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9pPr>
          </a:lstStyle>
          <a:p>
            <a:fld id="{7852A3BD-B04B-D242-8B51-5640F44BE505}" type="slidenum">
              <a:rPr lang="zh-CN" altLang="en-US" sz="1200">
                <a:solidFill>
                  <a:srgbClr val="898989"/>
                </a:solidFill>
                <a:latin typeface="Calibri" charset="0"/>
              </a:rPr>
              <a:pPr/>
              <a:t>3</a:t>
            </a:fld>
            <a:endParaRPr lang="zh-CN" alt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10243" name="矩形 3"/>
          <p:cNvSpPr>
            <a:spLocks noChangeArrowheads="1"/>
          </p:cNvSpPr>
          <p:nvPr/>
        </p:nvSpPr>
        <p:spPr bwMode="auto">
          <a:xfrm>
            <a:off x="190500" y="1127125"/>
            <a:ext cx="4959350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-342900"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9pPr>
          </a:lstStyle>
          <a:p>
            <a:pPr eaLnBrk="1" hangingPunct="1">
              <a:lnSpc>
                <a:spcPct val="150000"/>
              </a:lnSpc>
              <a:buClr>
                <a:srgbClr val="0000FF"/>
              </a:buClr>
              <a:buSzPct val="80000"/>
              <a:buFont typeface="Wingdings" charset="2"/>
              <a:buChar char="q"/>
            </a:pPr>
            <a:r>
              <a:rPr lang="zh-CN" altLang="en-US" sz="2800" dirty="0" smtClean="0">
                <a:latin typeface="微软雅黑" charset="-122"/>
                <a:ea typeface="微软雅黑" charset="-122"/>
              </a:rPr>
              <a:t>。。</a:t>
            </a:r>
            <a:endParaRPr lang="en-US" altLang="zh-CN" sz="2800" dirty="0">
              <a:latin typeface="微软雅黑" charset="-122"/>
              <a:ea typeface="微软雅黑" charset="-122"/>
            </a:endParaRPr>
          </a:p>
          <a:p>
            <a:pPr eaLnBrk="1" hangingPunct="1">
              <a:lnSpc>
                <a:spcPct val="150000"/>
              </a:lnSpc>
              <a:buClr>
                <a:srgbClr val="0000FF"/>
              </a:buClr>
              <a:buSzPct val="80000"/>
              <a:buFont typeface="Wingdings" charset="2"/>
              <a:buChar char="q"/>
            </a:pPr>
            <a:r>
              <a:rPr lang="zh-CN" altLang="en-US" sz="2800" dirty="0" smtClean="0">
                <a:latin typeface="微软雅黑" charset="-122"/>
                <a:ea typeface="微软雅黑" charset="-122"/>
              </a:rPr>
              <a:t>。。</a:t>
            </a:r>
            <a:endParaRPr lang="en-US" altLang="zh-CN" sz="2800" dirty="0">
              <a:latin typeface="微软雅黑" charset="-122"/>
              <a:ea typeface="微软雅黑" charset="-122"/>
            </a:endParaRPr>
          </a:p>
          <a:p>
            <a:pPr eaLnBrk="1" hangingPunct="1">
              <a:lnSpc>
                <a:spcPct val="150000"/>
              </a:lnSpc>
              <a:buClr>
                <a:srgbClr val="0000FF"/>
              </a:buClr>
              <a:buSzPct val="80000"/>
              <a:buFont typeface="Wingdings" charset="2"/>
              <a:buChar char="q"/>
            </a:pPr>
            <a:r>
              <a:rPr lang="zh-CN" altLang="en-US" sz="2800" dirty="0" smtClean="0">
                <a:latin typeface="微软雅黑" charset="-122"/>
                <a:ea typeface="微软雅黑" charset="-122"/>
              </a:rPr>
              <a:t>。。</a:t>
            </a:r>
            <a:endParaRPr lang="en-US" altLang="zh-CN" sz="2800" dirty="0">
              <a:latin typeface="微软雅黑" charset="-122"/>
              <a:ea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06353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标题 1"/>
          <p:cNvSpPr>
            <a:spLocks noGrp="1"/>
          </p:cNvSpPr>
          <p:nvPr>
            <p:ph type="title"/>
          </p:nvPr>
        </p:nvSpPr>
        <p:spPr bwMode="auto">
          <a:xfrm>
            <a:off x="0" y="144463"/>
            <a:ext cx="9144000" cy="7635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sz="4000" dirty="0" smtClean="0">
                <a:latin typeface="微软雅黑" charset="-122"/>
                <a:ea typeface="微软雅黑" charset="-122"/>
              </a:rPr>
              <a:t>本页核心内容</a:t>
            </a:r>
            <a:endParaRPr lang="en-US" altLang="zh-CN" sz="4000" dirty="0">
              <a:latin typeface="微软雅黑" charset="-122"/>
              <a:ea typeface="微软雅黑" charset="-122"/>
            </a:endParaRPr>
          </a:p>
        </p:txBody>
      </p:sp>
      <p:sp>
        <p:nvSpPr>
          <p:cNvPr id="9" name="矩形 3"/>
          <p:cNvSpPr>
            <a:spLocks noChangeArrowheads="1"/>
          </p:cNvSpPr>
          <p:nvPr/>
        </p:nvSpPr>
        <p:spPr bwMode="auto">
          <a:xfrm>
            <a:off x="179512" y="985952"/>
            <a:ext cx="8856984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-342900"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9pPr>
          </a:lstStyle>
          <a:p>
            <a:pPr eaLnBrk="1" hangingPunct="1">
              <a:spcBef>
                <a:spcPts val="600"/>
              </a:spcBef>
              <a:spcAft>
                <a:spcPts val="600"/>
              </a:spcAft>
              <a:buClr>
                <a:srgbClr val="0000FF"/>
              </a:buClr>
              <a:buSzPct val="80000"/>
              <a:buFont typeface="Wingdings" charset="2"/>
              <a:buChar char="q"/>
            </a:pPr>
            <a:r>
              <a:rPr lang="zh-CN" altLang="en-US" sz="1800" dirty="0" smtClean="0">
                <a:latin typeface="Century Gothic" pitchFamily="34" charset="0"/>
                <a:ea typeface="微软雅黑" pitchFamily="34" charset="-122"/>
              </a:rPr>
              <a:t>。。</a:t>
            </a:r>
            <a:endParaRPr lang="en-US" altLang="zh-CN" sz="1800" dirty="0" smtClean="0">
              <a:solidFill>
                <a:srgbClr val="FF0000"/>
              </a:solidFill>
              <a:latin typeface="Century Gothic" pitchFamily="34" charset="0"/>
              <a:ea typeface="微软雅黑" pitchFamily="34" charset="-122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Clr>
                <a:srgbClr val="0000FF"/>
              </a:buClr>
              <a:buSzPct val="80000"/>
              <a:buFont typeface="Wingdings" charset="2"/>
              <a:buChar char="q"/>
            </a:pPr>
            <a:r>
              <a:rPr lang="zh-CN" altLang="en-US" sz="1800" dirty="0" smtClean="0">
                <a:latin typeface="Century Gothic" pitchFamily="34" charset="0"/>
                <a:ea typeface="微软雅黑" pitchFamily="34" charset="-122"/>
              </a:rPr>
              <a:t>。。。</a:t>
            </a:r>
            <a:endParaRPr lang="en-US" altLang="zh-CN" sz="1800" dirty="0" smtClean="0">
              <a:latin typeface="Century Gothic" pitchFamily="34" charset="0"/>
              <a:ea typeface="微软雅黑" pitchFamily="34" charset="-122"/>
            </a:endParaRPr>
          </a:p>
          <a:p>
            <a:pPr lvl="2" eaLnBrk="1" hangingPunct="1">
              <a:spcBef>
                <a:spcPts val="600"/>
              </a:spcBef>
              <a:spcAft>
                <a:spcPts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</a:pPr>
            <a:r>
              <a:rPr lang="zh-CN" altLang="en-US" sz="1800" dirty="0" smtClean="0">
                <a:solidFill>
                  <a:srgbClr val="0000FF"/>
                </a:solidFill>
                <a:latin typeface="Century Gothic" pitchFamily="34" charset="0"/>
                <a:ea typeface="微软雅黑" pitchFamily="34" charset="-122"/>
              </a:rPr>
              <a:t>。。</a:t>
            </a:r>
            <a:endParaRPr lang="en-US" altLang="zh-CN" sz="1800" dirty="0" smtClean="0">
              <a:latin typeface="Century Gothic" pitchFamily="34" charset="0"/>
              <a:ea typeface="微软雅黑" pitchFamily="34" charset="-122"/>
            </a:endParaRPr>
          </a:p>
          <a:p>
            <a:pPr lvl="2" eaLnBrk="1" hangingPunct="1">
              <a:spcBef>
                <a:spcPts val="600"/>
              </a:spcBef>
              <a:spcAft>
                <a:spcPts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</a:pPr>
            <a:r>
              <a:rPr lang="zh-CN" altLang="en-US" sz="1800" dirty="0" smtClean="0">
                <a:solidFill>
                  <a:srgbClr val="0000FF"/>
                </a:solidFill>
                <a:latin typeface="Century Gothic" pitchFamily="34" charset="0"/>
                <a:ea typeface="微软雅黑" pitchFamily="34" charset="-122"/>
              </a:rPr>
              <a:t>。。</a:t>
            </a:r>
            <a:endParaRPr lang="en-US" altLang="zh-CN" sz="1800" dirty="0" smtClean="0">
              <a:latin typeface="Century Gothic" pitchFamily="34" charset="0"/>
              <a:ea typeface="微软雅黑" pitchFamily="34" charset="-122"/>
            </a:endParaRPr>
          </a:p>
          <a:p>
            <a:pPr lvl="2" eaLnBrk="1" hangingPunct="1">
              <a:spcBef>
                <a:spcPts val="600"/>
              </a:spcBef>
              <a:spcAft>
                <a:spcPts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</a:pPr>
            <a:r>
              <a:rPr lang="zh-CN" altLang="en-US" sz="1800" dirty="0" smtClean="0">
                <a:solidFill>
                  <a:srgbClr val="0000FF"/>
                </a:solidFill>
                <a:latin typeface="Century Gothic" pitchFamily="34" charset="0"/>
                <a:ea typeface="微软雅黑" pitchFamily="34" charset="-122"/>
              </a:rPr>
              <a:t>。。</a:t>
            </a:r>
            <a:endParaRPr lang="zh-CN" altLang="en-US" sz="1800" dirty="0">
              <a:latin typeface="Century Gothic" charset="0"/>
              <a:ea typeface="微软雅黑" charset="-122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7497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标题 1"/>
          <p:cNvSpPr>
            <a:spLocks noGrp="1"/>
          </p:cNvSpPr>
          <p:nvPr>
            <p:ph type="title"/>
          </p:nvPr>
        </p:nvSpPr>
        <p:spPr bwMode="auto">
          <a:xfrm>
            <a:off x="0" y="144463"/>
            <a:ext cx="9144000" cy="7635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sz="4000" dirty="0" smtClean="0">
                <a:latin typeface="微软雅黑" charset="-122"/>
                <a:ea typeface="微软雅黑" charset="-122"/>
              </a:rPr>
              <a:t>小结</a:t>
            </a:r>
            <a:endParaRPr lang="en-US" altLang="zh-CN" sz="4000" dirty="0">
              <a:latin typeface="微软雅黑" charset="-122"/>
              <a:ea typeface="微软雅黑" charset="-122"/>
            </a:endParaRPr>
          </a:p>
        </p:txBody>
      </p:sp>
      <p:sp>
        <p:nvSpPr>
          <p:cNvPr id="9" name="矩形 3"/>
          <p:cNvSpPr>
            <a:spLocks noChangeArrowheads="1"/>
          </p:cNvSpPr>
          <p:nvPr/>
        </p:nvSpPr>
        <p:spPr bwMode="auto">
          <a:xfrm>
            <a:off x="179512" y="985952"/>
            <a:ext cx="8856984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-342900"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9pPr>
          </a:lstStyle>
          <a:p>
            <a:pPr eaLnBrk="1" hangingPunct="1">
              <a:spcBef>
                <a:spcPts val="600"/>
              </a:spcBef>
              <a:spcAft>
                <a:spcPts val="600"/>
              </a:spcAft>
              <a:buClr>
                <a:srgbClr val="0000FF"/>
              </a:buClr>
              <a:buSzPct val="80000"/>
              <a:buFont typeface="Wingdings" charset="2"/>
              <a:buChar char="q"/>
            </a:pPr>
            <a:r>
              <a:rPr lang="zh-CN" altLang="en-US" sz="1800" dirty="0" smtClean="0">
                <a:latin typeface="Century Gothic" pitchFamily="34" charset="0"/>
                <a:ea typeface="微软雅黑" pitchFamily="34" charset="-122"/>
              </a:rPr>
              <a:t>。。</a:t>
            </a:r>
            <a:endParaRPr lang="en-US" altLang="zh-CN" sz="1800" dirty="0" smtClean="0">
              <a:solidFill>
                <a:srgbClr val="FF0000"/>
              </a:solidFill>
              <a:latin typeface="Century Gothic" pitchFamily="34" charset="0"/>
              <a:ea typeface="微软雅黑" pitchFamily="34" charset="-122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Clr>
                <a:srgbClr val="0000FF"/>
              </a:buClr>
              <a:buSzPct val="80000"/>
              <a:buFont typeface="Wingdings" charset="2"/>
              <a:buChar char="q"/>
            </a:pPr>
            <a:r>
              <a:rPr lang="zh-CN" altLang="en-US" sz="1800" dirty="0" smtClean="0">
                <a:latin typeface="Century Gothic" pitchFamily="34" charset="0"/>
                <a:ea typeface="微软雅黑" pitchFamily="34" charset="-122"/>
              </a:rPr>
              <a:t>。。。</a:t>
            </a:r>
            <a:endParaRPr lang="en-US" altLang="zh-CN" sz="1800" dirty="0" smtClean="0">
              <a:latin typeface="Century Gothic" pitchFamily="34" charset="0"/>
              <a:ea typeface="微软雅黑" pitchFamily="34" charset="-122"/>
            </a:endParaRPr>
          </a:p>
          <a:p>
            <a:pPr lvl="2" eaLnBrk="1" hangingPunct="1">
              <a:spcBef>
                <a:spcPts val="600"/>
              </a:spcBef>
              <a:spcAft>
                <a:spcPts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</a:pPr>
            <a:r>
              <a:rPr lang="zh-CN" altLang="en-US" sz="1800" dirty="0" smtClean="0">
                <a:solidFill>
                  <a:srgbClr val="0000FF"/>
                </a:solidFill>
                <a:latin typeface="Century Gothic" pitchFamily="34" charset="0"/>
                <a:ea typeface="微软雅黑" pitchFamily="34" charset="-122"/>
              </a:rPr>
              <a:t>。。</a:t>
            </a:r>
            <a:endParaRPr lang="en-US" altLang="zh-CN" sz="1800" dirty="0" smtClean="0">
              <a:latin typeface="Century Gothic" pitchFamily="34" charset="0"/>
              <a:ea typeface="微软雅黑" pitchFamily="34" charset="-122"/>
            </a:endParaRPr>
          </a:p>
          <a:p>
            <a:pPr lvl="2" eaLnBrk="1" hangingPunct="1">
              <a:spcBef>
                <a:spcPts val="600"/>
              </a:spcBef>
              <a:spcAft>
                <a:spcPts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</a:pPr>
            <a:r>
              <a:rPr lang="zh-CN" altLang="en-US" sz="1800" dirty="0" smtClean="0">
                <a:solidFill>
                  <a:srgbClr val="0000FF"/>
                </a:solidFill>
                <a:latin typeface="Century Gothic" pitchFamily="34" charset="0"/>
                <a:ea typeface="微软雅黑" pitchFamily="34" charset="-122"/>
              </a:rPr>
              <a:t>。。</a:t>
            </a:r>
            <a:endParaRPr lang="en-US" altLang="zh-CN" sz="1800" dirty="0" smtClean="0">
              <a:latin typeface="Century Gothic" pitchFamily="34" charset="0"/>
              <a:ea typeface="微软雅黑" pitchFamily="34" charset="-122"/>
            </a:endParaRPr>
          </a:p>
          <a:p>
            <a:pPr lvl="2" eaLnBrk="1" hangingPunct="1">
              <a:spcBef>
                <a:spcPts val="600"/>
              </a:spcBef>
              <a:spcAft>
                <a:spcPts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</a:pPr>
            <a:r>
              <a:rPr lang="zh-CN" altLang="en-US" sz="1800" dirty="0" smtClean="0">
                <a:solidFill>
                  <a:srgbClr val="0000FF"/>
                </a:solidFill>
                <a:latin typeface="Century Gothic" pitchFamily="34" charset="0"/>
                <a:ea typeface="微软雅黑" pitchFamily="34" charset="-122"/>
              </a:rPr>
              <a:t>。。</a:t>
            </a:r>
            <a:endParaRPr lang="zh-CN" altLang="en-US" sz="1800" dirty="0">
              <a:latin typeface="Century Gothic" charset="0"/>
              <a:ea typeface="微软雅黑" charset="-122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621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4CA58E5-87E6-044E-B4E1-7558B6530FA8}" type="slidenum">
              <a:rPr lang="zh-CN" altLang="en-US" smtClean="0"/>
              <a:pPr/>
              <a:t>6</a:t>
            </a:fld>
            <a:endParaRPr lang="zh-CN" altLang="en-US"/>
          </a:p>
        </p:txBody>
      </p:sp>
      <p:pic>
        <p:nvPicPr>
          <p:cNvPr id="5" name="图片 4" descr="http://aappsbulletin.org/img/201408/active_01_0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标题 1"/>
          <p:cNvSpPr txBox="1">
            <a:spLocks/>
          </p:cNvSpPr>
          <p:nvPr/>
        </p:nvSpPr>
        <p:spPr bwMode="auto">
          <a:xfrm>
            <a:off x="5219700" y="592138"/>
            <a:ext cx="3744913" cy="107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9" tIns="45714" rIns="91429" bIns="45714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charset="-122"/>
                <a:ea typeface="黑体" charset="-122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4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icrosoft YaHei" charset="-122"/>
                <a:ea typeface="Microsoft YaHei" charset="-122"/>
                <a:cs typeface="Microsoft YaHei" charset="-122"/>
              </a:rPr>
              <a:t>谢谢！</a:t>
            </a:r>
            <a:endParaRPr kumimoji="0" lang="en-US" altLang="zh-CN" sz="480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46984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Times New Roman"/>
        <a:ea typeface="华文中宋"/>
        <a:cs typeface=""/>
      </a:majorFont>
      <a:minorFont>
        <a:latin typeface="Times New Roman"/>
        <a:ea typeface="华文中宋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5875">
          <a:solidFill>
            <a:srgbClr val="FF0000"/>
          </a:solidFill>
        </a:ln>
      </a:spPr>
      <a:bodyPr wrap="square" rtlCol="0" anchor="ctr">
        <a:spAutoFit/>
      </a:bodyPr>
      <a:lstStyle>
        <a:defPPr algn="ctr">
          <a:buNone/>
          <a:defRPr sz="1800" dirty="0" smtClean="0">
            <a:latin typeface="+mn-lt"/>
          </a:defRPr>
        </a:defPPr>
      </a:lstStyle>
    </a:spDef>
    <a:lnDef>
      <a:spPr>
        <a:ln w="12700">
          <a:solidFill>
            <a:schemeClr val="tx1"/>
          </a:solidFill>
          <a:tailEnd type="stealth" w="med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0">
          <a:noFill/>
        </a:ln>
      </a:spPr>
      <a:bodyPr wrap="none" rtlCol="0">
        <a:spAutoFit/>
      </a:bodyPr>
      <a:lstStyle>
        <a:defPPr>
          <a:buNone/>
          <a:defRPr sz="1600" dirty="0" smtClean="0"/>
        </a:defPPr>
      </a:lstStyle>
      <a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a:style>
    </a:tx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演示文稿2.pot [兼容模式]" id="{38B7DE27-DA27-4B75-8481-3E1440FCDD14}" vid="{B0F12AF8-09B6-4679-AFC2-EEE66CE4B78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演示文稿2</Template>
  <TotalTime>10477</TotalTime>
  <Words>74</Words>
  <Application>Microsoft Macintosh PowerPoint</Application>
  <PresentationFormat>On-screen Show (4:3)</PresentationFormat>
  <Paragraphs>34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9" baseType="lpstr">
      <vt:lpstr>Microsoft YaHei</vt:lpstr>
      <vt:lpstr>MS PGothic</vt:lpstr>
      <vt:lpstr>华文中宋</vt:lpstr>
      <vt:lpstr>宋体</vt:lpstr>
      <vt:lpstr>微软雅黑</vt:lpstr>
      <vt:lpstr>黑体</vt:lpstr>
      <vt:lpstr>Arial</vt:lpstr>
      <vt:lpstr>Arial Unicode MS</vt:lpstr>
      <vt:lpstr>Calibri</vt:lpstr>
      <vt:lpstr>Century Gothic</vt:lpstr>
      <vt:lpstr>Times New Roman</vt:lpstr>
      <vt:lpstr>Wingdings</vt:lpstr>
      <vt:lpstr>1</vt:lpstr>
      <vt:lpstr>题目 </vt:lpstr>
      <vt:lpstr>PowerPoint Presentation</vt:lpstr>
      <vt:lpstr>PowerPoint Presentation</vt:lpstr>
      <vt:lpstr>本页核心内容</vt:lpstr>
      <vt:lpstr>小结</vt:lpstr>
      <vt:lpstr>PowerPoint Presentation</vt:lpstr>
    </vt:vector>
  </TitlesOfParts>
  <LinksUpToDate>false</LinksUpToDate>
  <SharedDoc>false</SharedDoc>
  <HyperlinksChanged>false</HyperlinksChanged>
  <AppVersion>15.0040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SD</dc:creator>
  <cp:lastModifiedBy>HuangJuan</cp:lastModifiedBy>
  <cp:revision>748</cp:revision>
  <cp:lastPrinted>2019-08-01T08:53:25Z</cp:lastPrinted>
  <dcterms:created xsi:type="dcterms:W3CDTF">2015-09-28T01:22:30Z</dcterms:created>
  <dcterms:modified xsi:type="dcterms:W3CDTF">2020-11-24T11:58:29Z</dcterms:modified>
</cp:coreProperties>
</file>