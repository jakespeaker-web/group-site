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2"/>
  </p:notesMasterIdLst>
  <p:sldIdLst>
    <p:sldId id="283" r:id="rId2"/>
    <p:sldId id="305" r:id="rId3"/>
    <p:sldId id="284" r:id="rId4"/>
    <p:sldId id="285" r:id="rId5"/>
    <p:sldId id="316" r:id="rId6"/>
    <p:sldId id="308" r:id="rId7"/>
    <p:sldId id="315" r:id="rId8"/>
    <p:sldId id="314" r:id="rId9"/>
    <p:sldId id="295" r:id="rId10"/>
    <p:sldId id="31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343"/>
    <a:srgbClr val="FF6969"/>
    <a:srgbClr val="FF000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5025" autoAdjust="0"/>
  </p:normalViewPr>
  <p:slideViewPr>
    <p:cSldViewPr snapToGrid="0">
      <p:cViewPr varScale="1">
        <p:scale>
          <a:sx n="88" d="100"/>
          <a:sy n="88" d="100"/>
        </p:scale>
        <p:origin x="131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7969F9-CF7E-4400-94DD-D1C88BB70C3A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0"/>
      <dgm:spPr/>
    </dgm:pt>
    <dgm:pt modelId="{ACC970BD-B55A-459A-9FB5-9591338F39D4}" type="pres">
      <dgm:prSet presAssocID="{6A7969F9-CF7E-4400-94DD-D1C88BB70C3A}" presName="Name0" presStyleCnt="0">
        <dgm:presLayoutVars>
          <dgm:dir/>
          <dgm:animLvl val="lvl"/>
          <dgm:resizeHandles val="exact"/>
        </dgm:presLayoutVars>
      </dgm:prSet>
      <dgm:spPr/>
    </dgm:pt>
    <dgm:pt modelId="{3940A716-D9B8-46FF-BAD8-EEC8A8E6BF42}" type="pres">
      <dgm:prSet presAssocID="{6A7969F9-CF7E-4400-94DD-D1C88BB70C3A}" presName="dummy" presStyleCnt="0"/>
      <dgm:spPr/>
    </dgm:pt>
    <dgm:pt modelId="{4D61667E-7168-4D5D-927F-6E44BD2BCF9D}" type="pres">
      <dgm:prSet presAssocID="{6A7969F9-CF7E-4400-94DD-D1C88BB70C3A}" presName="linH" presStyleCnt="0"/>
      <dgm:spPr/>
    </dgm:pt>
    <dgm:pt modelId="{EE48D771-4F11-406B-AB4D-602D76351ADD}" type="pres">
      <dgm:prSet presAssocID="{6A7969F9-CF7E-4400-94DD-D1C88BB70C3A}" presName="padding1" presStyleCnt="0"/>
      <dgm:spPr/>
    </dgm:pt>
    <dgm:pt modelId="{8B138245-53F9-4314-86C6-AEFE5BE16441}" type="pres">
      <dgm:prSet presAssocID="{6A7969F9-CF7E-4400-94DD-D1C88BB70C3A}" presName="padding2" presStyleCnt="0"/>
      <dgm:spPr/>
    </dgm:pt>
    <dgm:pt modelId="{8A2B8EEA-CF7E-4DFD-AD75-5D18BC20C00E}" type="pres">
      <dgm:prSet presAssocID="{6A7969F9-CF7E-4400-94DD-D1C88BB70C3A}" presName="negArrow" presStyleCnt="0"/>
      <dgm:spPr/>
    </dgm:pt>
    <dgm:pt modelId="{029E7B9B-0C98-460A-9DCE-E74E50DFB451}" type="pres">
      <dgm:prSet presAssocID="{6A7969F9-CF7E-4400-94DD-D1C88BB70C3A}" presName="backgroundArrow" presStyleLbl="node1" presStyleIdx="0" presStyleCnt="1" custLinFactNeighborY="13264"/>
      <dgm:spPr/>
    </dgm:pt>
  </dgm:ptLst>
  <dgm:cxnLst>
    <dgm:cxn modelId="{7079CE79-7B87-4376-B23F-761DCF7021A8}" type="presOf" srcId="{6A7969F9-CF7E-4400-94DD-D1C88BB70C3A}" destId="{ACC970BD-B55A-459A-9FB5-9591338F39D4}" srcOrd="0" destOrd="0" presId="urn:microsoft.com/office/officeart/2005/8/layout/hProcess3"/>
    <dgm:cxn modelId="{CD351998-51AC-4F96-AB41-1991B9086582}" type="presParOf" srcId="{ACC970BD-B55A-459A-9FB5-9591338F39D4}" destId="{3940A716-D9B8-46FF-BAD8-EEC8A8E6BF42}" srcOrd="0" destOrd="0" presId="urn:microsoft.com/office/officeart/2005/8/layout/hProcess3"/>
    <dgm:cxn modelId="{C069EF1E-499C-49DF-AF25-CB062D6D2CFD}" type="presParOf" srcId="{ACC970BD-B55A-459A-9FB5-9591338F39D4}" destId="{4D61667E-7168-4D5D-927F-6E44BD2BCF9D}" srcOrd="1" destOrd="0" presId="urn:microsoft.com/office/officeart/2005/8/layout/hProcess3"/>
    <dgm:cxn modelId="{E8260B99-BF52-4D3F-8281-3BA94AF4E1CF}" type="presParOf" srcId="{4D61667E-7168-4D5D-927F-6E44BD2BCF9D}" destId="{EE48D771-4F11-406B-AB4D-602D76351ADD}" srcOrd="0" destOrd="0" presId="urn:microsoft.com/office/officeart/2005/8/layout/hProcess3"/>
    <dgm:cxn modelId="{E20B8743-D1CB-4A42-8121-B3B79F6961E0}" type="presParOf" srcId="{4D61667E-7168-4D5D-927F-6E44BD2BCF9D}" destId="{8B138245-53F9-4314-86C6-AEFE5BE16441}" srcOrd="1" destOrd="0" presId="urn:microsoft.com/office/officeart/2005/8/layout/hProcess3"/>
    <dgm:cxn modelId="{50276DFE-F362-46C1-8B9F-9F60E94BC354}" type="presParOf" srcId="{4D61667E-7168-4D5D-927F-6E44BD2BCF9D}" destId="{8A2B8EEA-CF7E-4DFD-AD75-5D18BC20C00E}" srcOrd="2" destOrd="0" presId="urn:microsoft.com/office/officeart/2005/8/layout/hProcess3"/>
    <dgm:cxn modelId="{63DAE615-2A3C-4507-9EF5-8AFEA099E36F}" type="presParOf" srcId="{4D61667E-7168-4D5D-927F-6E44BD2BCF9D}" destId="{029E7B9B-0C98-460A-9DCE-E74E50DFB451}" srcOrd="3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E7B9B-0C98-460A-9DCE-E74E50DFB451}">
      <dsp:nvSpPr>
        <dsp:cNvPr id="0" name=""/>
        <dsp:cNvSpPr/>
      </dsp:nvSpPr>
      <dsp:spPr>
        <a:xfrm>
          <a:off x="0" y="11894"/>
          <a:ext cx="8767667" cy="1728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3D5E7-743E-42F6-886F-DD019E55608A}" type="datetimeFigureOut">
              <a:rPr lang="zh-CN" altLang="en-US" smtClean="0"/>
              <a:t>2020/12/9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C34D3-CD67-4600-B13E-B54A7D50A0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30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057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167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404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262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763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173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477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4815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387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8C34D3-CD67-4600-B13E-B54A7D50A0A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573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 bwMode="auto">
          <a:xfrm>
            <a:off x="685800" y="2130430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 bwMode="auto">
          <a:xfrm>
            <a:off x="1371600" y="3886202"/>
            <a:ext cx="6400800" cy="1752599"/>
          </a:xfrm>
        </p:spPr>
        <p:txBody>
          <a:bodyPr/>
          <a:lstStyle>
            <a:lvl1pPr marL="0" indent="0" algn="ctr">
              <a:buNone/>
              <a:defRPr/>
            </a:lvl1pPr>
            <a:lvl2pPr marL="457045" indent="0" algn="ctr">
              <a:buNone/>
              <a:defRPr/>
            </a:lvl2pPr>
            <a:lvl3pPr marL="914092" indent="0" algn="ctr">
              <a:buNone/>
              <a:defRPr/>
            </a:lvl3pPr>
            <a:lvl4pPr marL="1371136" indent="0" algn="ctr">
              <a:buNone/>
              <a:defRPr/>
            </a:lvl4pPr>
            <a:lvl5pPr marL="1828179" indent="0" algn="ctr">
              <a:buNone/>
              <a:defRPr/>
            </a:lvl5pPr>
            <a:lvl6pPr marL="2285225" indent="0" algn="ctr">
              <a:buNone/>
              <a:defRPr/>
            </a:lvl6pPr>
            <a:lvl7pPr marL="2742270" indent="0" algn="ctr">
              <a:buNone/>
              <a:defRPr/>
            </a:lvl7pPr>
            <a:lvl8pPr marL="3199315" indent="0" algn="ctr">
              <a:buNone/>
              <a:defRPr/>
            </a:lvl8pPr>
            <a:lvl9pPr marL="3656361" indent="0" algn="ctr">
              <a:buNone/>
              <a:defRPr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6B74E-748B-4F69-9CD1-6AB1AF63C729}" type="datetime1">
              <a:rPr lang="en-US" altLang="zh-CN"/>
              <a:t>12/9/2020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3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自定义版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500035" y="1785927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A726FB-A2E1-41F2-AF92-0749E1875816}" type="datetime1">
              <a:rPr lang="en-US" altLang="zh-CN"/>
              <a:t>12/9/2020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0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457201" y="274641"/>
            <a:ext cx="7615262" cy="582595"/>
          </a:xfrm>
        </p:spPr>
        <p:txBody>
          <a:bodyPr/>
          <a:lstStyle>
            <a:lvl1pPr algn="ctr">
              <a:spcBef>
                <a:spcPts val="0"/>
              </a:spcBef>
              <a:spcAft>
                <a:spcPts val="0"/>
              </a:spcAft>
              <a:defRPr lang="zh-CN" sz="3200" b="1">
                <a:solidFill>
                  <a:srgbClr val="0066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1E5EEF-E18E-4B97-BBCA-A2662C104510}" type="datetime1">
              <a:rPr lang="en-US" altLang="zh-CN"/>
              <a:t>12/9/2020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r>
              <a:rPr lang="en-US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163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722313" y="4406905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722313" y="2906714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45" indent="0">
              <a:buNone/>
              <a:defRPr sz="1800"/>
            </a:lvl2pPr>
            <a:lvl3pPr marL="914092" indent="0">
              <a:buNone/>
              <a:defRPr sz="1500"/>
            </a:lvl3pPr>
            <a:lvl4pPr marL="1371136" indent="0">
              <a:buNone/>
              <a:defRPr sz="1400"/>
            </a:lvl4pPr>
            <a:lvl5pPr marL="1828179" indent="0">
              <a:buNone/>
              <a:defRPr sz="1400"/>
            </a:lvl5pPr>
            <a:lvl6pPr marL="2285225" indent="0">
              <a:buNone/>
              <a:defRPr sz="1400"/>
            </a:lvl6pPr>
            <a:lvl7pPr marL="2742270" indent="0">
              <a:buNone/>
              <a:defRPr sz="1400"/>
            </a:lvl7pPr>
            <a:lvl8pPr marL="3199315" indent="0">
              <a:buNone/>
              <a:defRPr sz="1400"/>
            </a:lvl8pPr>
            <a:lvl9pPr marL="3656361" indent="0">
              <a:buNone/>
              <a:defRPr sz="14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99A08-2212-4936-813F-33714A8AD0B7}" type="datetime1">
              <a:rPr lang="en-US" altLang="zh-CN"/>
              <a:t>12/9/2020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0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内容占位符 2"/>
          <p:cNvSpPr>
            <a:spLocks noGrp="1"/>
          </p:cNvSpPr>
          <p:nvPr>
            <p:ph sz="half" idx="1"/>
          </p:nvPr>
        </p:nvSpPr>
        <p:spPr bwMode="auto"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1DD22D-A8DE-4044-A147-B1ADB5A5327B}" type="datetime1">
              <a:rPr lang="en-US" altLang="zh-CN"/>
              <a:t>12/9/2020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r>
              <a:rPr lang="en-US"/>
              <a:t> /52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9746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45" indent="0">
              <a:buNone/>
              <a:defRPr sz="2000" b="1"/>
            </a:lvl2pPr>
            <a:lvl3pPr marL="914092" indent="0">
              <a:buNone/>
              <a:defRPr sz="1800" b="1"/>
            </a:lvl3pPr>
            <a:lvl4pPr marL="1371136" indent="0">
              <a:buNone/>
              <a:defRPr sz="1500" b="1"/>
            </a:lvl4pPr>
            <a:lvl5pPr marL="1828179" indent="0">
              <a:buNone/>
              <a:defRPr sz="1500" b="1"/>
            </a:lvl5pPr>
            <a:lvl6pPr marL="2285225" indent="0">
              <a:buNone/>
              <a:defRPr sz="1500" b="1"/>
            </a:lvl6pPr>
            <a:lvl7pPr marL="2742270" indent="0">
              <a:buNone/>
              <a:defRPr sz="1500" b="1"/>
            </a:lvl7pPr>
            <a:lvl8pPr marL="3199315" indent="0">
              <a:buNone/>
              <a:defRPr sz="1500" b="1"/>
            </a:lvl8pPr>
            <a:lvl9pPr marL="3656361" indent="0">
              <a:buNone/>
              <a:defRPr sz="15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4645034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45" indent="0">
              <a:buNone/>
              <a:defRPr sz="2000" b="1"/>
            </a:lvl2pPr>
            <a:lvl3pPr marL="914092" indent="0">
              <a:buNone/>
              <a:defRPr sz="1800" b="1"/>
            </a:lvl3pPr>
            <a:lvl4pPr marL="1371136" indent="0">
              <a:buNone/>
              <a:defRPr sz="1500" b="1"/>
            </a:lvl4pPr>
            <a:lvl5pPr marL="1828179" indent="0">
              <a:buNone/>
              <a:defRPr sz="1500" b="1"/>
            </a:lvl5pPr>
            <a:lvl6pPr marL="2285225" indent="0">
              <a:buNone/>
              <a:defRPr sz="1500" b="1"/>
            </a:lvl6pPr>
            <a:lvl7pPr marL="2742270" indent="0">
              <a:buNone/>
              <a:defRPr sz="1500" b="1"/>
            </a:lvl7pPr>
            <a:lvl8pPr marL="3199315" indent="0">
              <a:buNone/>
              <a:defRPr sz="1500" b="1"/>
            </a:lvl8pPr>
            <a:lvl9pPr marL="3656361" indent="0">
              <a:buNone/>
              <a:defRPr sz="15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94996-2D8E-415D-BE3E-22D454BF4DA2}" type="datetime1">
              <a:rPr lang="en-US" altLang="zh-CN"/>
              <a:t>12/9/2020</a:t>
            </a:fld>
            <a:endParaRPr lang="en-US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r>
              <a:rPr lang="en-US"/>
              <a:t> /52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934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CAEBC-F869-4836-9F80-1EE4612D7099}" type="datetime1">
              <a:rPr lang="en-US" altLang="zh-CN"/>
              <a:t>12/9/2020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8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F0729-C140-40CF-B053-11F83BDEF5FD}" type="datetime1">
              <a:rPr lang="en-US" altLang="zh-CN"/>
              <a:t>12/9/2020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r>
              <a:rPr lang="en-US"/>
              <a:t> /52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44677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457210" y="273053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 bwMode="auto"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457210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45" indent="0">
              <a:buNone/>
              <a:defRPr sz="1200"/>
            </a:lvl2pPr>
            <a:lvl3pPr marL="914092" indent="0">
              <a:buNone/>
              <a:defRPr sz="1000"/>
            </a:lvl3pPr>
            <a:lvl4pPr marL="1371136" indent="0">
              <a:buNone/>
              <a:defRPr sz="900"/>
            </a:lvl4pPr>
            <a:lvl5pPr marL="1828179" indent="0">
              <a:buNone/>
              <a:defRPr sz="900"/>
            </a:lvl5pPr>
            <a:lvl6pPr marL="2285225" indent="0">
              <a:buNone/>
              <a:defRPr sz="900"/>
            </a:lvl6pPr>
            <a:lvl7pPr marL="2742270" indent="0">
              <a:buNone/>
              <a:defRPr sz="900"/>
            </a:lvl7pPr>
            <a:lvl8pPr marL="3199315" indent="0">
              <a:buNone/>
              <a:defRPr sz="900"/>
            </a:lvl8pPr>
            <a:lvl9pPr marL="3656361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1BBDD-D7A1-446F-8480-16BD3CF0791E}" type="datetime1">
              <a:rPr lang="en-US" altLang="zh-CN"/>
              <a:t>12/9/2020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r>
              <a:rPr lang="en-US"/>
              <a:t> /52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3265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>
          <a:xfrm>
            <a:off x="1792288" y="4800605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图片占位符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45" indent="0">
              <a:buNone/>
              <a:defRPr sz="2800"/>
            </a:lvl2pPr>
            <a:lvl3pPr marL="914092" indent="0">
              <a:buNone/>
              <a:defRPr sz="2400"/>
            </a:lvl3pPr>
            <a:lvl4pPr marL="1371136" indent="0">
              <a:buNone/>
              <a:defRPr sz="2000"/>
            </a:lvl4pPr>
            <a:lvl5pPr marL="1828179" indent="0">
              <a:buNone/>
              <a:defRPr sz="2000"/>
            </a:lvl5pPr>
            <a:lvl6pPr marL="2285225" indent="0">
              <a:buNone/>
              <a:defRPr sz="2000"/>
            </a:lvl6pPr>
            <a:lvl7pPr marL="2742270" indent="0">
              <a:buNone/>
              <a:defRPr sz="2000"/>
            </a:lvl7pPr>
            <a:lvl8pPr marL="3199315" indent="0">
              <a:buNone/>
              <a:defRPr sz="2000"/>
            </a:lvl8pPr>
            <a:lvl9pPr marL="3656361" indent="0">
              <a:buNone/>
              <a:defRPr sz="2000"/>
            </a:lvl9pPr>
          </a:lstStyle>
          <a:p>
            <a:pPr lvl="0">
              <a:defRPr/>
            </a:pPr>
            <a:r>
              <a:rPr lang="zh-CN"/>
              <a:t>单击图标添加图片</a:t>
            </a:r>
            <a:endParaRPr/>
          </a:p>
        </p:txBody>
      </p:sp>
      <p:sp>
        <p:nvSpPr>
          <p:cNvPr id="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42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045" indent="0">
              <a:buNone/>
              <a:defRPr sz="1200"/>
            </a:lvl2pPr>
            <a:lvl3pPr marL="914092" indent="0">
              <a:buNone/>
              <a:defRPr sz="1000"/>
            </a:lvl3pPr>
            <a:lvl4pPr marL="1371136" indent="0">
              <a:buNone/>
              <a:defRPr sz="900"/>
            </a:lvl4pPr>
            <a:lvl5pPr marL="1828179" indent="0">
              <a:buNone/>
              <a:defRPr sz="900"/>
            </a:lvl5pPr>
            <a:lvl6pPr marL="2285225" indent="0">
              <a:buNone/>
              <a:defRPr sz="900"/>
            </a:lvl6pPr>
            <a:lvl7pPr marL="2742270" indent="0">
              <a:buNone/>
              <a:defRPr sz="900"/>
            </a:lvl7pPr>
            <a:lvl8pPr marL="3199315" indent="0">
              <a:buNone/>
              <a:defRPr sz="900"/>
            </a:lvl8pPr>
            <a:lvl9pPr marL="3656361" indent="0">
              <a:buNone/>
              <a:defRPr sz="9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F384D-1F6C-4E28-B462-58610A772842}" type="datetime1">
              <a:rPr lang="en-US" altLang="zh-CN"/>
              <a:t>12/9/2020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r>
              <a:rPr lang="en-US"/>
              <a:t> /52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665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8B4EE-AA97-4AA6-AD9E-A90809A74D2C}" type="datetime1">
              <a:rPr lang="en-US" altLang="zh-CN"/>
              <a:t>12/9/2020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r>
              <a:rPr lang="en-US"/>
              <a:t> /52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04413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垂直排列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42"/>
            <a:ext cx="2057400" cy="5851527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5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42"/>
            <a:ext cx="6019800" cy="5851527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53EB6-6E88-46AA-AD33-86EEF4D92B1E}" type="datetime1">
              <a:rPr lang="en-US" altLang="zh-CN"/>
              <a:t>12/9/2020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r>
              <a:rPr lang="en-US"/>
              <a:t> /52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853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7191" y="274637"/>
            <a:ext cx="7686675" cy="654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ctr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第二级</a:t>
            </a:r>
            <a:endParaRPr/>
          </a:p>
          <a:p>
            <a:pPr lvl="2">
              <a:defRPr/>
            </a:pPr>
            <a:r>
              <a:rPr lang="zh-CN"/>
              <a:t>第三级</a:t>
            </a:r>
            <a:endParaRPr/>
          </a:p>
          <a:p>
            <a:pPr lvl="3">
              <a:defRPr/>
            </a:pPr>
            <a:r>
              <a:rPr lang="zh-CN"/>
              <a:t>第四级</a:t>
            </a:r>
            <a:endParaRPr/>
          </a:p>
          <a:p>
            <a:pPr lvl="4">
              <a:defRPr/>
            </a:pPr>
            <a:r>
              <a:rPr lang="zh-CN"/>
              <a:t>第五级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30"/>
            <a:ext cx="2133600" cy="477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9FE3E361-4968-45AA-8C01-EE32C8688A72}" type="datetime1">
              <a:rPr lang="en-US" altLang="zh-CN"/>
              <a:t>12/9/2020</a:t>
            </a:fld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30"/>
            <a:ext cx="2895600" cy="477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16419" y="6525350"/>
            <a:ext cx="820655" cy="337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9" tIns="45704" rIns="91409" bIns="4570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ts val="0"/>
              </a:spcBef>
              <a:buFontTx/>
              <a:buNone/>
              <a:defRPr sz="1400">
                <a:latin typeface="Arial"/>
                <a:ea typeface="宋体"/>
              </a:defRPr>
            </a:lvl1pPr>
          </a:lstStyle>
          <a:p>
            <a:pPr>
              <a:defRPr/>
            </a:pPr>
            <a:fld id="{C3C19B91-99C5-4F59-8181-74B17A708879}" type="slidenum">
              <a:rPr lang="en-US"/>
              <a:t>‹#›</a:t>
            </a:fld>
            <a:endParaRPr lang="en-US"/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34925" y="981077"/>
            <a:ext cx="7956550" cy="144463"/>
          </a:xfrm>
          <a:prstGeom prst="rect">
            <a:avLst/>
          </a:prstGeom>
          <a:gradFill>
            <a:gsLst>
              <a:gs pos="0">
                <a:srgbClr val="003366">
                  <a:alpha val="86000"/>
                </a:srgbClr>
              </a:gs>
              <a:gs pos="100000">
                <a:schemeClr val="bg1"/>
              </a:gs>
            </a:gsLst>
            <a:lin ang="5400000" scaled="1"/>
          </a:gra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wrap="none" lIns="91409" tIns="45704" rIns="91409" bIns="45704" anchor="ctr"/>
          <a:lstStyle/>
          <a:p>
            <a:pPr algn="ctr">
              <a:defRPr/>
            </a:pPr>
            <a:endParaRPr lang="zh-CN" sz="3100" baseline="-25000">
              <a:latin typeface="Arial"/>
              <a:ea typeface="MS PGothic"/>
            </a:endParaRPr>
          </a:p>
        </p:txBody>
      </p:sp>
      <p:grpSp>
        <p:nvGrpSpPr>
          <p:cNvPr id="10" name="Group 11"/>
          <p:cNvGrpSpPr/>
          <p:nvPr/>
        </p:nvGrpSpPr>
        <p:grpSpPr bwMode="auto">
          <a:xfrm>
            <a:off x="8002588" y="214317"/>
            <a:ext cx="1116012" cy="1014413"/>
            <a:chOff x="93" y="163"/>
            <a:chExt cx="640" cy="638"/>
          </a:xfrm>
        </p:grpSpPr>
        <p:pic>
          <p:nvPicPr>
            <p:cNvPr id="11" name="Picture 20" descr="NM 2-2-2"/>
            <p:cNvPicPr>
              <a:picLocks noChangeAspect="1" noChangeArrowheads="1"/>
            </p:cNvPicPr>
            <p:nvPr userDrawn="1"/>
          </p:nvPicPr>
          <p:blipFill>
            <a:blip r:embed="rId14"/>
            <a:stretch/>
          </p:blipFill>
          <p:spPr bwMode="auto">
            <a:xfrm>
              <a:off x="174" y="163"/>
              <a:ext cx="403" cy="3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 Box 29"/>
            <p:cNvSpPr>
              <a:spLocks noAdjustHandles="1"/>
            </p:cNvSpPr>
            <p:nvPr userDrawn="1"/>
          </p:nvSpPr>
          <p:spPr bwMode="auto">
            <a:xfrm>
              <a:off x="93" y="511"/>
              <a:ext cx="64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ts val="0"/>
                </a:spcBef>
                <a:defRPr/>
              </a:pPr>
              <a:r>
                <a:rPr lang="en-US">
                  <a:solidFill>
                    <a:schemeClr val="accent2"/>
                  </a:solidFill>
                  <a:latin typeface="Times New Roman"/>
                  <a:ea typeface="MS PGothic"/>
                </a:rPr>
                <a:t>ASIPP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2369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hdr="0" ftr="0" dt="0"/>
  <p:txStyles>
    <p:titleStyle>
      <a:lvl1pPr algn="ctr">
        <a:spcBef>
          <a:spcPts val="0"/>
        </a:spcBef>
        <a:spcAft>
          <a:spcPts val="0"/>
        </a:spcAft>
        <a:defRPr sz="3600" b="1">
          <a:solidFill>
            <a:srgbClr val="0066FF"/>
          </a:solidFill>
          <a:latin typeface="+mj-lt"/>
          <a:ea typeface="+mj-ea"/>
          <a:cs typeface="+mj-cs"/>
        </a:defRPr>
      </a:lvl1pPr>
      <a:lvl2pPr algn="ctr">
        <a:spcBef>
          <a:spcPts val="0"/>
        </a:spcBef>
        <a:spcAft>
          <a:spcPts val="0"/>
        </a:spcAft>
        <a:defRPr sz="3600" b="1">
          <a:solidFill>
            <a:srgbClr val="0066FF"/>
          </a:solidFill>
          <a:latin typeface="Times New Roman"/>
          <a:ea typeface="华文中宋"/>
        </a:defRPr>
      </a:lvl2pPr>
      <a:lvl3pPr algn="ctr">
        <a:spcBef>
          <a:spcPts val="0"/>
        </a:spcBef>
        <a:spcAft>
          <a:spcPts val="0"/>
        </a:spcAft>
        <a:defRPr sz="3600" b="1">
          <a:solidFill>
            <a:srgbClr val="0066FF"/>
          </a:solidFill>
          <a:latin typeface="Times New Roman"/>
          <a:ea typeface="华文中宋"/>
        </a:defRPr>
      </a:lvl3pPr>
      <a:lvl4pPr algn="ctr">
        <a:spcBef>
          <a:spcPts val="0"/>
        </a:spcBef>
        <a:spcAft>
          <a:spcPts val="0"/>
        </a:spcAft>
        <a:defRPr sz="3600" b="1">
          <a:solidFill>
            <a:srgbClr val="0066FF"/>
          </a:solidFill>
          <a:latin typeface="Times New Roman"/>
          <a:ea typeface="华文中宋"/>
        </a:defRPr>
      </a:lvl4pPr>
      <a:lvl5pPr algn="ctr">
        <a:spcBef>
          <a:spcPts val="0"/>
        </a:spcBef>
        <a:spcAft>
          <a:spcPts val="0"/>
        </a:spcAft>
        <a:defRPr sz="3600" b="1">
          <a:solidFill>
            <a:srgbClr val="0066FF"/>
          </a:solidFill>
          <a:latin typeface="Times New Roman"/>
          <a:ea typeface="华文中宋"/>
        </a:defRPr>
      </a:lvl5pPr>
      <a:lvl6pPr marL="457045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ea typeface="宋体"/>
        </a:defRPr>
      </a:lvl6pPr>
      <a:lvl7pPr marL="914092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ea typeface="宋体"/>
        </a:defRPr>
      </a:lvl7pPr>
      <a:lvl8pPr marL="1371136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ea typeface="宋体"/>
        </a:defRPr>
      </a:lvl8pPr>
      <a:lvl9pPr marL="1828179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/>
          <a:ea typeface="宋体"/>
        </a:defRPr>
      </a:lvl9pPr>
    </p:titleStyle>
    <p:bodyStyle>
      <a:lvl1pPr marL="341241" indent="-341241" algn="l">
        <a:spcBef>
          <a:spcPts val="0"/>
        </a:spcBef>
        <a:spcAft>
          <a:spcPts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1204" indent="-284103" algn="l">
        <a:spcBef>
          <a:spcPts val="0"/>
        </a:spcBef>
        <a:spcAft>
          <a:spcPts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1169" indent="-226965" algn="l">
        <a:spcBef>
          <a:spcPts val="0"/>
        </a:spcBef>
        <a:spcAft>
          <a:spcPts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96685" indent="-226965" algn="l">
        <a:spcBef>
          <a:spcPts val="0"/>
        </a:spcBef>
        <a:spcAft>
          <a:spcPts val="0"/>
        </a:spcAft>
        <a:buChar char="–"/>
        <a:defRPr sz="2200">
          <a:solidFill>
            <a:schemeClr val="tx1"/>
          </a:solidFill>
          <a:latin typeface="+mn-lt"/>
          <a:ea typeface="+mn-ea"/>
        </a:defRPr>
      </a:lvl4pPr>
      <a:lvl5pPr marL="2055373" indent="-226965" algn="l">
        <a:spcBef>
          <a:spcPts val="0"/>
        </a:spcBef>
        <a:spcAft>
          <a:spcPts val="0"/>
        </a:spcAft>
        <a:buChar char="»"/>
        <a:defRPr sz="2200">
          <a:solidFill>
            <a:schemeClr val="tx1"/>
          </a:solidFill>
          <a:latin typeface="+mn-lt"/>
          <a:ea typeface="+mn-ea"/>
        </a:defRPr>
      </a:lvl5pPr>
      <a:lvl6pPr marL="2513746" indent="-228522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0792" indent="-228522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7837" indent="-228522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4882" indent="-228522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092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045" algn="l" defTabSz="914092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092" algn="l" defTabSz="914092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136" algn="l" defTabSz="914092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179" algn="l" defTabSz="914092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5225" algn="l" defTabSz="914092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2270" algn="l" defTabSz="914092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199315" algn="l" defTabSz="914092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6361" algn="l" defTabSz="914092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图片 13" descr="http://aappsbulletin.org/img/201408/active_01_01.png"/>
          <p:cNvPicPr/>
          <p:nvPr/>
        </p:nvPicPr>
        <p:blipFill>
          <a:blip r:embed="rId3"/>
          <a:srcRect r="4183"/>
          <a:stretch/>
        </p:blipFill>
        <p:spPr bwMode="auto">
          <a:xfrm>
            <a:off x="5301669" y="1719209"/>
            <a:ext cx="3603644" cy="3281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056" descr="ilandsmall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0" y="5517232"/>
            <a:ext cx="9144000" cy="134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050"/>
          <p:cNvSpPr>
            <a:spLocks noChangeArrowheads="1"/>
          </p:cNvSpPr>
          <p:nvPr/>
        </p:nvSpPr>
        <p:spPr bwMode="auto">
          <a:xfrm>
            <a:off x="289882" y="1154554"/>
            <a:ext cx="5233840" cy="1512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09" tIns="45704" rIns="91409" bIns="45704" anchor="ctr"/>
          <a:lstStyle/>
          <a:p>
            <a:pPr marL="0" marR="0" lvl="0" indent="0" algn="l" defTabSz="914400" eaLnBrk="1" fontAlgn="auto" latinLnBrk="0" hangingPunct="1">
              <a:lnSpc>
                <a:spcPts val="494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离子回旋加热驱动等离子体旋转对托卡马克约束改善的实验研究</a:t>
            </a:r>
            <a:endParaRPr kumimoji="0" lang="en-US" sz="2800" b="1" i="0" u="none" strike="noStrike" kern="0" cap="none" spc="0" normalizeH="0" baseline="0" noProof="0" dirty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40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9" name="Rectangle 3"/>
          <p:cNvSpPr/>
          <p:nvPr/>
        </p:nvSpPr>
        <p:spPr bwMode="auto">
          <a:xfrm>
            <a:off x="884605" y="3226564"/>
            <a:ext cx="27213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报告人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: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金仡飞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BD355A9-D3E2-4ECE-9FE1-B559C731CF13}"/>
              </a:ext>
            </a:extLst>
          </p:cNvPr>
          <p:cNvSpPr/>
          <p:nvPr/>
        </p:nvSpPr>
        <p:spPr bwMode="auto">
          <a:xfrm>
            <a:off x="884605" y="4198636"/>
            <a:ext cx="32022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导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 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师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: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吕</a:t>
            </a:r>
            <a:r>
              <a:rPr lang="en-US" altLang="zh-CN" sz="2400" kern="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 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波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F886CC6-5821-4234-9DA5-5885260930A8}"/>
              </a:ext>
            </a:extLst>
          </p:cNvPr>
          <p:cNvSpPr/>
          <p:nvPr/>
        </p:nvSpPr>
        <p:spPr bwMode="auto">
          <a:xfrm>
            <a:off x="884605" y="3715619"/>
            <a:ext cx="36036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专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 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业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: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Arial"/>
              </a:rPr>
              <a:t> </a:t>
            </a:r>
            <a:r>
              <a:rPr lang="zh-CN" altLang="en-US" sz="24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等离子体物理</a:t>
            </a:r>
            <a:endParaRPr kumimoji="0" lang="en-US" sz="24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0C214C8-4A97-437D-AD2C-A1485A36B28E}"/>
              </a:ext>
            </a:extLst>
          </p:cNvPr>
          <p:cNvSpPr/>
          <p:nvPr/>
        </p:nvSpPr>
        <p:spPr bwMode="auto">
          <a:xfrm>
            <a:off x="2612971" y="192103"/>
            <a:ext cx="39180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硕士研究生开题报告</a:t>
            </a:r>
            <a:endParaRPr kumimoji="0" lang="en-US" sz="3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14196EA-B03D-41D9-B5FF-67A1245676EC}"/>
              </a:ext>
            </a:extLst>
          </p:cNvPr>
          <p:cNvSpPr/>
          <p:nvPr/>
        </p:nvSpPr>
        <p:spPr bwMode="auto">
          <a:xfrm>
            <a:off x="3471613" y="5477029"/>
            <a:ext cx="2033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2020.12.8</a:t>
            </a:r>
            <a:endParaRPr kumimoji="0" lang="en-US" sz="28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9432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AA08168-53AE-486F-819B-5149231D33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" y="4"/>
            <a:ext cx="9143999" cy="100010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sz="30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5468D0-4FBB-4B53-B781-39DD52D6D9F3}"/>
              </a:ext>
            </a:extLst>
          </p:cNvPr>
          <p:cNvSpPr txBox="1"/>
          <p:nvPr/>
        </p:nvSpPr>
        <p:spPr bwMode="auto">
          <a:xfrm>
            <a:off x="2739640" y="1627305"/>
            <a:ext cx="2806303" cy="3883307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一、选题背景</a:t>
            </a:r>
            <a:endParaRPr lang="en-US" altLang="zh-CN" sz="3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二、研究现状</a:t>
            </a:r>
            <a:endParaRPr lang="en-US" altLang="zh-CN" sz="3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三、研究内容</a:t>
            </a:r>
            <a:endParaRPr lang="en-US" altLang="zh-CN" sz="3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四、进度安排</a:t>
            </a:r>
            <a:endParaRPr lang="en-US" altLang="zh-CN" sz="3200" b="1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248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AA08168-53AE-486F-819B-5149231D33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" y="4"/>
            <a:ext cx="9143999" cy="100010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一、选题背景</a:t>
            </a:r>
            <a:endParaRPr sz="30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0C76C9-E264-4AD9-8E01-F4F9092CBA95}"/>
              </a:ext>
            </a:extLst>
          </p:cNvPr>
          <p:cNvSpPr txBox="1"/>
          <p:nvPr/>
        </p:nvSpPr>
        <p:spPr bwMode="auto">
          <a:xfrm>
            <a:off x="7801853" y="1809732"/>
            <a:ext cx="924893" cy="52322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A80922-624B-4F2E-9868-46A84942959A}"/>
              </a:ext>
            </a:extLst>
          </p:cNvPr>
          <p:cNvSpPr txBox="1"/>
          <p:nvPr/>
        </p:nvSpPr>
        <p:spPr bwMode="auto">
          <a:xfrm>
            <a:off x="4713402" y="1813116"/>
            <a:ext cx="1611984" cy="52322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约束性能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2892DA-DAF5-46A0-AF47-3259A65D327A}"/>
              </a:ext>
            </a:extLst>
          </p:cNvPr>
          <p:cNvSpPr txBox="1"/>
          <p:nvPr/>
        </p:nvSpPr>
        <p:spPr bwMode="auto">
          <a:xfrm>
            <a:off x="298669" y="1813116"/>
            <a:ext cx="2406179" cy="52322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等离子体旋转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433195F-1844-451F-8EB9-489700C455B0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 bwMode="auto">
          <a:xfrm>
            <a:off x="2704848" y="2074726"/>
            <a:ext cx="200855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D653885-E55B-4FEB-8728-1EFC32110657}"/>
              </a:ext>
            </a:extLst>
          </p:cNvPr>
          <p:cNvCxnSpPr>
            <a:cxnSpLocks/>
            <a:stCxn id="9" idx="3"/>
            <a:endCxn id="2" idx="1"/>
          </p:cNvCxnSpPr>
          <p:nvPr/>
        </p:nvCxnSpPr>
        <p:spPr bwMode="auto">
          <a:xfrm flipV="1">
            <a:off x="6325386" y="2071342"/>
            <a:ext cx="1476467" cy="3384"/>
          </a:xfrm>
          <a:prstGeom prst="straightConnector1">
            <a:avLst/>
          </a:prstGeom>
          <a:ln w="444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3FAFFE71-9226-4489-BB28-A3480538A6F9}"/>
              </a:ext>
            </a:extLst>
          </p:cNvPr>
          <p:cNvSpPr txBox="1"/>
          <p:nvPr/>
        </p:nvSpPr>
        <p:spPr bwMode="auto">
          <a:xfrm>
            <a:off x="3194515" y="1566138"/>
            <a:ext cx="909794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16B7CE-56FF-4A5F-BD42-9D06909B5B1F}"/>
              </a:ext>
            </a:extLst>
          </p:cNvPr>
          <p:cNvSpPr txBox="1"/>
          <p:nvPr/>
        </p:nvSpPr>
        <p:spPr bwMode="auto">
          <a:xfrm>
            <a:off x="2511122" y="2146684"/>
            <a:ext cx="2276579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MHD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mode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07DB03E-B520-4C25-B598-CC23726721FF}"/>
              </a:ext>
            </a:extLst>
          </p:cNvPr>
          <p:cNvSpPr txBox="1"/>
          <p:nvPr/>
        </p:nvSpPr>
        <p:spPr bwMode="auto">
          <a:xfrm>
            <a:off x="2514031" y="2565178"/>
            <a:ext cx="1697893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输运垒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A90ABBF-68B7-4BAF-8D66-3FA386142836}"/>
              </a:ext>
            </a:extLst>
          </p:cNvPr>
          <p:cNvSpPr txBox="1"/>
          <p:nvPr/>
        </p:nvSpPr>
        <p:spPr bwMode="auto">
          <a:xfrm>
            <a:off x="2511122" y="3030712"/>
            <a:ext cx="2406178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湍流稳定性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3CED3B2-2D51-4CA9-9A9D-C60AA1A4414E}"/>
              </a:ext>
            </a:extLst>
          </p:cNvPr>
          <p:cNvSpPr txBox="1"/>
          <p:nvPr/>
        </p:nvSpPr>
        <p:spPr bwMode="auto">
          <a:xfrm>
            <a:off x="2064150" y="4069355"/>
            <a:ext cx="2127291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中性束注入</a:t>
            </a: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7A5A26FD-451E-410A-BAA5-2AC6CC30C7A4}"/>
              </a:ext>
            </a:extLst>
          </p:cNvPr>
          <p:cNvCxnSpPr>
            <a:cxnSpLocks/>
            <a:stCxn id="21" idx="1"/>
            <a:endCxn id="10" idx="2"/>
          </p:cNvCxnSpPr>
          <p:nvPr/>
        </p:nvCxnSpPr>
        <p:spPr bwMode="auto">
          <a:xfrm rot="10800000">
            <a:off x="1501760" y="2336336"/>
            <a:ext cx="562391" cy="1963852"/>
          </a:xfrm>
          <a:prstGeom prst="bentConnector2">
            <a:avLst/>
          </a:prstGeom>
          <a:ln w="444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04979866-B379-44B4-AECF-F9A5D919546B}"/>
              </a:ext>
            </a:extLst>
          </p:cNvPr>
          <p:cNvSpPr txBox="1"/>
          <p:nvPr/>
        </p:nvSpPr>
        <p:spPr bwMode="auto">
          <a:xfrm>
            <a:off x="565608" y="3429000"/>
            <a:ext cx="821876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5C2F350-E506-4A24-B02D-D24A4BC1778D}"/>
              </a:ext>
            </a:extLst>
          </p:cNvPr>
          <p:cNvSpPr txBox="1"/>
          <p:nvPr/>
        </p:nvSpPr>
        <p:spPr bwMode="auto">
          <a:xfrm>
            <a:off x="6487784" y="1578899"/>
            <a:ext cx="924893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2BEDCD8-AAC2-4042-9239-869B53282BA1}"/>
              </a:ext>
            </a:extLst>
          </p:cNvPr>
          <p:cNvSpPr txBox="1"/>
          <p:nvPr/>
        </p:nvSpPr>
        <p:spPr bwMode="auto">
          <a:xfrm>
            <a:off x="3704735" y="4065971"/>
            <a:ext cx="5182386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：在未来的装置中驱动效率低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F173808-FA73-4115-9014-3A62EBBB2AE2}"/>
              </a:ext>
            </a:extLst>
          </p:cNvPr>
          <p:cNvSpPr txBox="1"/>
          <p:nvPr/>
        </p:nvSpPr>
        <p:spPr bwMode="auto">
          <a:xfrm>
            <a:off x="2064150" y="5331979"/>
            <a:ext cx="1130365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射频波</a:t>
            </a: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A3B5F9A2-A8C6-48BF-AF8A-540C39532DB9}"/>
              </a:ext>
            </a:extLst>
          </p:cNvPr>
          <p:cNvCxnSpPr>
            <a:cxnSpLocks/>
            <a:stCxn id="35" idx="1"/>
          </p:cNvCxnSpPr>
          <p:nvPr/>
        </p:nvCxnSpPr>
        <p:spPr bwMode="auto">
          <a:xfrm rot="10800000">
            <a:off x="1494690" y="3105696"/>
            <a:ext cx="569460" cy="2457117"/>
          </a:xfrm>
          <a:prstGeom prst="bentConnector2">
            <a:avLst/>
          </a:prstGeom>
          <a:ln w="44450">
            <a:solidFill>
              <a:schemeClr val="tx1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28EC4AAC-8E32-45C5-A7CE-A771DD8DE8CA}"/>
              </a:ext>
            </a:extLst>
          </p:cNvPr>
          <p:cNvSpPr txBox="1"/>
          <p:nvPr/>
        </p:nvSpPr>
        <p:spPr bwMode="auto">
          <a:xfrm>
            <a:off x="3704735" y="5328595"/>
            <a:ext cx="3232856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LHCD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ICRF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ECRF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747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13" grpId="0"/>
      <p:bldP spid="14" grpId="0"/>
      <p:bldP spid="15" grpId="0"/>
      <p:bldP spid="16" grpId="0"/>
      <p:bldP spid="21" grpId="0"/>
      <p:bldP spid="25" grpId="0"/>
      <p:bldP spid="26" grpId="0"/>
      <p:bldP spid="32" grpId="0"/>
      <p:bldP spid="35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AA08168-53AE-486F-819B-5149231D33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" y="4"/>
            <a:ext cx="9143999" cy="100010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二、研究现状</a:t>
            </a:r>
            <a:endParaRPr sz="30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4F9BCF-2A7B-4487-A111-C7455C8340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8" t="28"/>
          <a:stretch/>
        </p:blipFill>
        <p:spPr>
          <a:xfrm>
            <a:off x="0" y="1156996"/>
            <a:ext cx="5810454" cy="5701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8982160-8534-4984-BDE0-0B7D3A423468}"/>
              </a:ext>
            </a:extLst>
          </p:cNvPr>
          <p:cNvSpPr txBox="1"/>
          <p:nvPr/>
        </p:nvSpPr>
        <p:spPr bwMode="auto">
          <a:xfrm>
            <a:off x="5556524" y="4950701"/>
            <a:ext cx="3699444" cy="156966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ea typeface="微软雅黑" panose="020B0503020204020204" pitchFamily="34" charset="-122"/>
              </a:rPr>
              <a:t>Figure 1 from </a:t>
            </a:r>
            <a:r>
              <a:rPr lang="en-US" altLang="zh-CN" sz="2400" dirty="0"/>
              <a:t>W. Lee </a:t>
            </a:r>
            <a:r>
              <a:rPr lang="en-US" altLang="zh-CN" sz="2400" i="1" dirty="0"/>
              <a:t>et al </a:t>
            </a:r>
            <a:r>
              <a:rPr lang="en-US" altLang="zh-CN" sz="2400" dirty="0"/>
              <a:t>Physical Review Letters, </a:t>
            </a:r>
            <a:r>
              <a:rPr lang="en-US" altLang="zh-CN" sz="2400" b="1" dirty="0"/>
              <a:t>91</a:t>
            </a:r>
            <a:r>
              <a:rPr lang="en-US" altLang="zh-CN" sz="2400" dirty="0"/>
              <a:t> (2003).</a:t>
            </a:r>
          </a:p>
          <a:p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2090F1-A5D8-48DB-820E-91EFF5E1A2BD}"/>
              </a:ext>
            </a:extLst>
          </p:cNvPr>
          <p:cNvSpPr txBox="1"/>
          <p:nvPr/>
        </p:nvSpPr>
        <p:spPr bwMode="auto">
          <a:xfrm>
            <a:off x="5895015" y="2735395"/>
            <a:ext cx="3022461" cy="1077218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ICRF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驱动旋转与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L-H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转换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606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AA08168-53AE-486F-819B-5149231D33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" y="4"/>
            <a:ext cx="9143999" cy="100010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二、研究现状</a:t>
            </a:r>
            <a:endParaRPr sz="30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290834A-4ACC-478F-ADF8-C49838C30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17984"/>
            <a:ext cx="4695501" cy="520736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D4DBE22-3E11-405E-8617-17B60B606568}"/>
              </a:ext>
            </a:extLst>
          </p:cNvPr>
          <p:cNvSpPr txBox="1"/>
          <p:nvPr/>
        </p:nvSpPr>
        <p:spPr bwMode="auto">
          <a:xfrm>
            <a:off x="5071331" y="4955690"/>
            <a:ext cx="4065742" cy="156966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ea typeface="微软雅黑" panose="020B0503020204020204" pitchFamily="34" charset="-122"/>
              </a:rPr>
              <a:t>Figure 13 from </a:t>
            </a:r>
            <a:r>
              <a:rPr lang="en-US" altLang="zh-CN" sz="2400" dirty="0" err="1"/>
              <a:t>J.E</a:t>
            </a:r>
            <a:r>
              <a:rPr lang="en-US" altLang="zh-CN" sz="2400" dirty="0"/>
              <a:t>. Rice </a:t>
            </a:r>
            <a:r>
              <a:rPr lang="en-US" altLang="zh-CN" sz="2400" i="1" dirty="0"/>
              <a:t>et al </a:t>
            </a:r>
            <a:r>
              <a:rPr lang="en-US" altLang="zh-CN" sz="2400" dirty="0"/>
              <a:t>Nuclear Fusion, </a:t>
            </a:r>
            <a:r>
              <a:rPr lang="en-US" altLang="zh-CN" sz="2400" b="1" dirty="0"/>
              <a:t>45</a:t>
            </a:r>
            <a:r>
              <a:rPr lang="en-US" altLang="zh-CN" sz="2400" dirty="0"/>
              <a:t> (2005) 251-257.</a:t>
            </a:r>
          </a:p>
          <a:p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3CEAB8-2431-4D8A-9AED-C892971CF901}"/>
              </a:ext>
            </a:extLst>
          </p:cNvPr>
          <p:cNvSpPr txBox="1"/>
          <p:nvPr/>
        </p:nvSpPr>
        <p:spPr bwMode="auto">
          <a:xfrm>
            <a:off x="5721230" y="2844449"/>
            <a:ext cx="2765943" cy="1077218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ICRF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驱动旋转与磁场位形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9188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AA08168-53AE-486F-819B-5149231D33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" y="4"/>
            <a:ext cx="9143999" cy="100010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二、研究现状</a:t>
            </a:r>
            <a:endParaRPr sz="30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EB4E3B4-ACCD-42A7-BF8C-28A2BA881BE0}"/>
              </a:ext>
            </a:extLst>
          </p:cNvPr>
          <p:cNvSpPr txBox="1"/>
          <p:nvPr/>
        </p:nvSpPr>
        <p:spPr bwMode="auto">
          <a:xfrm>
            <a:off x="5412507" y="4955690"/>
            <a:ext cx="3731493" cy="156966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>
                <a:ea typeface="微软雅黑" panose="020B0503020204020204" pitchFamily="34" charset="-122"/>
              </a:rPr>
              <a:t>Figure 4 from  </a:t>
            </a:r>
            <a:r>
              <a:rPr lang="en-US" altLang="zh-CN" sz="2400" dirty="0" err="1">
                <a:ea typeface="微软雅黑" panose="020B0503020204020204" pitchFamily="34" charset="-122"/>
              </a:rPr>
              <a:t>M.F.F</a:t>
            </a:r>
            <a:r>
              <a:rPr lang="en-US" altLang="zh-CN" sz="2400" dirty="0">
                <a:ea typeface="微软雅黑" panose="020B0503020204020204" pitchFamily="34" charset="-122"/>
              </a:rPr>
              <a:t>. Nave, </a:t>
            </a:r>
            <a:r>
              <a:rPr lang="en-US" altLang="zh-CN" sz="2400" i="1" dirty="0">
                <a:ea typeface="微软雅黑" panose="020B0503020204020204" pitchFamily="34" charset="-122"/>
              </a:rPr>
              <a:t>et al.</a:t>
            </a:r>
            <a:r>
              <a:rPr lang="en-US" altLang="zh-CN" sz="2400" dirty="0">
                <a:ea typeface="微软雅黑" panose="020B0503020204020204" pitchFamily="34" charset="-122"/>
              </a:rPr>
              <a:t> Physical Review Letters, </a:t>
            </a:r>
            <a:r>
              <a:rPr lang="en-US" altLang="zh-CN" sz="2400" b="1" dirty="0">
                <a:ea typeface="微软雅黑" panose="020B0503020204020204" pitchFamily="34" charset="-122"/>
              </a:rPr>
              <a:t>105 </a:t>
            </a:r>
            <a:r>
              <a:rPr lang="en-US" altLang="zh-CN" sz="2400" dirty="0">
                <a:ea typeface="微软雅黑" panose="020B0503020204020204" pitchFamily="34" charset="-122"/>
              </a:rPr>
              <a:t>(2010) 105005.</a:t>
            </a:r>
          </a:p>
          <a:p>
            <a:endParaRPr lang="en-US" altLang="zh-CN" sz="2400" dirty="0"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F9E1431-B9D1-4464-A5FF-A151BF3C4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" y="1343608"/>
            <a:ext cx="5508370" cy="526246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3AE0792-19F1-4F3B-AEA9-8D1A088AB744}"/>
              </a:ext>
            </a:extLst>
          </p:cNvPr>
          <p:cNvSpPr txBox="1"/>
          <p:nvPr/>
        </p:nvSpPr>
        <p:spPr bwMode="auto">
          <a:xfrm>
            <a:off x="5515296" y="2897620"/>
            <a:ext cx="3068867" cy="1077218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ICRF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驱动旋转与离子温度剖面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424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>
          <a:xfrm>
            <a:off x="8323344" y="6520705"/>
            <a:ext cx="820655" cy="337295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宋体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宋体"/>
              <a:cs typeface="Arial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AA08168-53AE-486F-819B-5149231D33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3999" cy="100010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二、研究现状</a:t>
            </a:r>
            <a:endParaRPr sz="30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8AB807-99C2-4ECA-B1F6-6A7D9BBE0BEC}"/>
              </a:ext>
            </a:extLst>
          </p:cNvPr>
          <p:cNvSpPr txBox="1"/>
          <p:nvPr/>
        </p:nvSpPr>
        <p:spPr bwMode="auto">
          <a:xfrm>
            <a:off x="181239" y="6215989"/>
            <a:ext cx="8781520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400" dirty="0"/>
              <a:t>Figure 6, 7 from </a:t>
            </a:r>
            <a:r>
              <a:rPr lang="fr-FR" altLang="zh-CN" sz="2400" dirty="0"/>
              <a:t>Xiayun Pan </a:t>
            </a:r>
            <a:r>
              <a:rPr lang="fr-FR" altLang="zh-CN" sz="2400" i="1" dirty="0"/>
              <a:t>et al </a:t>
            </a:r>
            <a:r>
              <a:rPr lang="fr-FR" altLang="zh-CN" sz="2400" dirty="0"/>
              <a:t>2016 </a:t>
            </a:r>
            <a:r>
              <a:rPr lang="fr-FR" altLang="zh-CN" sz="2400" i="1" dirty="0"/>
              <a:t>Plasma Sci. Technol. </a:t>
            </a:r>
            <a:r>
              <a:rPr lang="fr-FR" altLang="zh-CN" sz="2400" b="1" dirty="0"/>
              <a:t>18 </a:t>
            </a:r>
            <a:r>
              <a:rPr lang="fr-FR" altLang="zh-CN" sz="2400" dirty="0"/>
              <a:t>114 </a:t>
            </a:r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F088DE-5B98-4243-A70C-12B79F27F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593" y="1626473"/>
            <a:ext cx="5004406" cy="4650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13E9973-B7D2-4723-9BCF-5B180C732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39" y="1687061"/>
            <a:ext cx="4030825" cy="46028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A4E9E9A-642E-4AD8-9BE1-4E1209E71020}"/>
              </a:ext>
            </a:extLst>
          </p:cNvPr>
          <p:cNvSpPr txBox="1"/>
          <p:nvPr/>
        </p:nvSpPr>
        <p:spPr bwMode="auto">
          <a:xfrm>
            <a:off x="1259376" y="1171457"/>
            <a:ext cx="1874549" cy="58477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磁场强度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A6EE4D-69CC-45CA-B309-E230730B484A}"/>
              </a:ext>
            </a:extLst>
          </p:cNvPr>
          <p:cNvSpPr txBox="1"/>
          <p:nvPr/>
        </p:nvSpPr>
        <p:spPr bwMode="auto">
          <a:xfrm>
            <a:off x="5583661" y="1165213"/>
            <a:ext cx="2739683" cy="58477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等离子体电流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1380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C4DE8B6-B5E5-4E29-B060-6CE821DB68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2" t="-569" r="3923" b="1954"/>
          <a:stretch/>
        </p:blipFill>
        <p:spPr>
          <a:xfrm>
            <a:off x="6926" y="1203649"/>
            <a:ext cx="6326155" cy="5654351"/>
          </a:xfrm>
          <a:prstGeom prst="rect">
            <a:avLst/>
          </a:prstGeom>
          <a:effectLst/>
        </p:spPr>
      </p:pic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AA08168-53AE-486F-819B-5149231D33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" y="4"/>
            <a:ext cx="9143999" cy="100010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二、研究现状</a:t>
            </a:r>
            <a:endParaRPr sz="30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FF60127-C0A6-4842-A359-D1CA1774B1B4}"/>
              </a:ext>
            </a:extLst>
          </p:cNvPr>
          <p:cNvSpPr txBox="1"/>
          <p:nvPr/>
        </p:nvSpPr>
        <p:spPr bwMode="auto">
          <a:xfrm>
            <a:off x="6333081" y="3224120"/>
            <a:ext cx="2803993" cy="1077218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ICRF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驱动旋转与电子密度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466F03-4275-42E1-B246-9449D9001561}"/>
              </a:ext>
            </a:extLst>
          </p:cNvPr>
          <p:cNvSpPr/>
          <p:nvPr/>
        </p:nvSpPr>
        <p:spPr bwMode="auto">
          <a:xfrm>
            <a:off x="587828" y="2634522"/>
            <a:ext cx="653143" cy="38566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7B444F-F673-4B3C-B93C-D041490876BC}"/>
              </a:ext>
            </a:extLst>
          </p:cNvPr>
          <p:cNvSpPr/>
          <p:nvPr/>
        </p:nvSpPr>
        <p:spPr bwMode="auto">
          <a:xfrm>
            <a:off x="587828" y="5679232"/>
            <a:ext cx="746449" cy="38566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DCBDFA-5136-4457-896A-7240BB28F7F9}"/>
              </a:ext>
            </a:extLst>
          </p:cNvPr>
          <p:cNvSpPr/>
          <p:nvPr/>
        </p:nvSpPr>
        <p:spPr bwMode="auto">
          <a:xfrm>
            <a:off x="587828" y="3248608"/>
            <a:ext cx="746449" cy="38566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98EC62-F9E8-42DB-A2D3-F3E89CC83790}"/>
              </a:ext>
            </a:extLst>
          </p:cNvPr>
          <p:cNvSpPr/>
          <p:nvPr/>
        </p:nvSpPr>
        <p:spPr bwMode="auto">
          <a:xfrm>
            <a:off x="2894961" y="1525281"/>
            <a:ext cx="685799" cy="4875519"/>
          </a:xfrm>
          <a:prstGeom prst="rect">
            <a:avLst/>
          </a:prstGeom>
          <a:solidFill>
            <a:schemeClr val="accent6">
              <a:lumMod val="40000"/>
              <a:lumOff val="60000"/>
              <a:alpha val="42000"/>
            </a:schemeClr>
          </a:solidFill>
          <a:ln w="15875">
            <a:noFill/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63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AA08168-53AE-486F-819B-5149231D33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" y="4"/>
            <a:ext cx="9143999" cy="100010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三、研究内容</a:t>
            </a:r>
            <a:endParaRPr sz="30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E5B9DB-1A65-419D-98B9-05CB9BF018EA}"/>
              </a:ext>
            </a:extLst>
          </p:cNvPr>
          <p:cNvSpPr txBox="1"/>
          <p:nvPr/>
        </p:nvSpPr>
        <p:spPr bwMode="auto">
          <a:xfrm>
            <a:off x="623238" y="1267007"/>
            <a:ext cx="6607986" cy="58477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BDD798-FDDC-42E3-B4B0-45F17C31BC6E}"/>
              </a:ext>
            </a:extLst>
          </p:cNvPr>
          <p:cNvSpPr txBox="1"/>
          <p:nvPr/>
        </p:nvSpPr>
        <p:spPr bwMode="auto">
          <a:xfrm>
            <a:off x="896392" y="2271471"/>
            <a:ext cx="7959929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总结各参数对离子回旋驱动旋转的影响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2BE8769-1F04-4DF1-8248-EB423E47F4F6}"/>
              </a:ext>
            </a:extLst>
          </p:cNvPr>
          <p:cNvSpPr txBox="1"/>
          <p:nvPr/>
        </p:nvSpPr>
        <p:spPr bwMode="auto">
          <a:xfrm>
            <a:off x="896392" y="4086346"/>
            <a:ext cx="7959930" cy="830997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分析离子回旋驱动等离子体旋转对各参数的依赖程度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并进行实验论证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669DB8-7863-4074-974D-4B3C1ECA83A7}"/>
              </a:ext>
            </a:extLst>
          </p:cNvPr>
          <p:cNvSpPr txBox="1"/>
          <p:nvPr/>
        </p:nvSpPr>
        <p:spPr bwMode="auto">
          <a:xfrm>
            <a:off x="896392" y="5339900"/>
            <a:ext cx="7959930" cy="46166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总结分析离子回旋如何更有效地驱动旋转来改善约束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7F66CF-0356-442F-A37B-9B8DBE191B41}"/>
              </a:ext>
            </a:extLst>
          </p:cNvPr>
          <p:cNvSpPr txBox="1"/>
          <p:nvPr/>
        </p:nvSpPr>
        <p:spPr bwMode="auto">
          <a:xfrm>
            <a:off x="1360596" y="2832052"/>
            <a:ext cx="7242227" cy="830997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电子密度、磁场强度、等离子体电流、离子温度剖面、磁场位形、安全因子</a:t>
            </a:r>
            <a:r>
              <a:rPr lang="zh-CN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、有效电荷数、电子温度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136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灯片编号占位符 1"/>
          <p:cNvSpPr>
            <a:spLocks noGrp="1"/>
          </p:cNvSpPr>
          <p:nvPr>
            <p:ph type="sldNum" sz="quarter" idx="4"/>
          </p:nvPr>
        </p:nvSpPr>
        <p:spPr bwMode="auto">
          <a:xfrm>
            <a:off x="8323345" y="6520705"/>
            <a:ext cx="820655" cy="337295"/>
          </a:xfrm>
        </p:spPr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C19B91-99C5-4F59-8181-74B17A708879}" type="slidenum"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AA08168-53AE-486F-819B-5149231D33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9143999" cy="100010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四、进度安排</a:t>
            </a:r>
            <a:endParaRPr sz="3000" dirty="0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4D7A57F2-197D-4534-B7FA-BA130D8C72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0237371"/>
              </p:ext>
            </p:extLst>
          </p:nvPr>
        </p:nvGraphicFramePr>
        <p:xfrm>
          <a:off x="253480" y="3046291"/>
          <a:ext cx="8767667" cy="1739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66F2F4B-A2E7-4B23-AC6C-6D74A4C84D09}"/>
              </a:ext>
            </a:extLst>
          </p:cNvPr>
          <p:cNvCxnSpPr>
            <a:cxnSpLocks/>
          </p:cNvCxnSpPr>
          <p:nvPr/>
        </p:nvCxnSpPr>
        <p:spPr bwMode="auto">
          <a:xfrm>
            <a:off x="657082" y="2293318"/>
            <a:ext cx="1342053" cy="1341409"/>
          </a:xfrm>
          <a:prstGeom prst="line">
            <a:avLst/>
          </a:prstGeom>
          <a:ln w="38100">
            <a:solidFill>
              <a:srgbClr val="4F81BD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F49DAD7-1CBE-414F-8A44-5F565FBB3676}"/>
              </a:ext>
            </a:extLst>
          </p:cNvPr>
          <p:cNvCxnSpPr>
            <a:cxnSpLocks/>
          </p:cNvCxnSpPr>
          <p:nvPr/>
        </p:nvCxnSpPr>
        <p:spPr bwMode="auto">
          <a:xfrm>
            <a:off x="3407644" y="2293318"/>
            <a:ext cx="1342053" cy="1341409"/>
          </a:xfrm>
          <a:prstGeom prst="line">
            <a:avLst/>
          </a:prstGeom>
          <a:ln w="38100">
            <a:solidFill>
              <a:srgbClr val="4F81BD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1E4F05F-1994-43F2-85D8-B336C88DF3E7}"/>
              </a:ext>
            </a:extLst>
          </p:cNvPr>
          <p:cNvSpPr txBox="1"/>
          <p:nvPr/>
        </p:nvSpPr>
        <p:spPr bwMode="auto">
          <a:xfrm>
            <a:off x="253480" y="1152410"/>
            <a:ext cx="1407369" cy="830997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9-11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文献调研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4E06704-2650-40BB-8718-51F49998B291}"/>
              </a:ext>
            </a:extLst>
          </p:cNvPr>
          <p:cNvCxnSpPr>
            <a:cxnSpLocks/>
          </p:cNvCxnSpPr>
          <p:nvPr/>
        </p:nvCxnSpPr>
        <p:spPr bwMode="auto">
          <a:xfrm flipV="1">
            <a:off x="1894604" y="4315741"/>
            <a:ext cx="1402700" cy="1337704"/>
          </a:xfrm>
          <a:prstGeom prst="line">
            <a:avLst/>
          </a:prstGeom>
          <a:ln w="38100">
            <a:solidFill>
              <a:srgbClr val="4F81BD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159910A5-576F-4434-A748-97D8757E97D8}"/>
              </a:ext>
            </a:extLst>
          </p:cNvPr>
          <p:cNvSpPr txBox="1"/>
          <p:nvPr/>
        </p:nvSpPr>
        <p:spPr bwMode="auto">
          <a:xfrm>
            <a:off x="7671757" y="3477766"/>
            <a:ext cx="977720" cy="52322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A04195-87FC-42DF-A43F-5779717D0192}"/>
              </a:ext>
            </a:extLst>
          </p:cNvPr>
          <p:cNvSpPr txBox="1"/>
          <p:nvPr/>
        </p:nvSpPr>
        <p:spPr bwMode="auto">
          <a:xfrm>
            <a:off x="188166" y="5657671"/>
            <a:ext cx="3007059" cy="830997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总结不同参数的影响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4A58B3C0-F4D5-46E8-B4DF-DB5618059D00}"/>
              </a:ext>
            </a:extLst>
          </p:cNvPr>
          <p:cNvCxnSpPr>
            <a:cxnSpLocks/>
          </p:cNvCxnSpPr>
          <p:nvPr/>
        </p:nvCxnSpPr>
        <p:spPr bwMode="auto">
          <a:xfrm>
            <a:off x="5755521" y="2293318"/>
            <a:ext cx="1460805" cy="1429617"/>
          </a:xfrm>
          <a:prstGeom prst="line">
            <a:avLst/>
          </a:prstGeom>
          <a:ln w="38100">
            <a:solidFill>
              <a:srgbClr val="4F81BD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02AAFCF-DD1D-45D3-8238-80B17BB91E54}"/>
              </a:ext>
            </a:extLst>
          </p:cNvPr>
          <p:cNvSpPr txBox="1"/>
          <p:nvPr/>
        </p:nvSpPr>
        <p:spPr bwMode="auto">
          <a:xfrm>
            <a:off x="1825194" y="1152913"/>
            <a:ext cx="3341001" cy="1200329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明年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分析旋转对各参数的依赖程度并进行实验论证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D7478E8-6D6A-485F-AFB2-2A4638CA5D25}"/>
              </a:ext>
            </a:extLst>
          </p:cNvPr>
          <p:cNvSpPr txBox="1"/>
          <p:nvPr/>
        </p:nvSpPr>
        <p:spPr bwMode="auto">
          <a:xfrm>
            <a:off x="5166195" y="1153189"/>
            <a:ext cx="1466021" cy="830997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撰写论文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6FB059-77F8-4270-B218-79D8BD44EEE7}"/>
              </a:ext>
            </a:extLst>
          </p:cNvPr>
          <p:cNvSpPr/>
          <p:nvPr/>
        </p:nvSpPr>
        <p:spPr bwMode="auto">
          <a:xfrm flipH="1">
            <a:off x="2103289" y="3515104"/>
            <a:ext cx="715029" cy="824400"/>
          </a:xfrm>
          <a:prstGeom prst="rect">
            <a:avLst/>
          </a:prstGeom>
          <a:solidFill>
            <a:srgbClr val="FF4343"/>
          </a:solidFill>
          <a:ln w="15875">
            <a:noFill/>
          </a:ln>
        </p:spPr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FF00"/>
                </a:solidFill>
              </a:rPr>
              <a:t>现在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ADCF229-D4AC-4237-9592-C7EC4510F36C}"/>
              </a:ext>
            </a:extLst>
          </p:cNvPr>
          <p:cNvCxnSpPr>
            <a:cxnSpLocks/>
          </p:cNvCxnSpPr>
          <p:nvPr/>
        </p:nvCxnSpPr>
        <p:spPr bwMode="auto">
          <a:xfrm flipV="1">
            <a:off x="4578009" y="4317596"/>
            <a:ext cx="1424132" cy="1343675"/>
          </a:xfrm>
          <a:prstGeom prst="line">
            <a:avLst/>
          </a:prstGeom>
          <a:ln w="38100">
            <a:solidFill>
              <a:srgbClr val="4F81BD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E5B604A-01D0-4E30-9B05-011FF9EA152F}"/>
              </a:ext>
            </a:extLst>
          </p:cNvPr>
          <p:cNvSpPr txBox="1"/>
          <p:nvPr/>
        </p:nvSpPr>
        <p:spPr bwMode="auto">
          <a:xfrm>
            <a:off x="3688438" y="5657671"/>
            <a:ext cx="3028048" cy="1200329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总结旋转改善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约束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的实验数据</a:t>
            </a:r>
          </a:p>
        </p:txBody>
      </p:sp>
    </p:spTree>
    <p:extLst>
      <p:ext uri="{BB962C8B-B14F-4D97-AF65-F5344CB8AC3E}">
        <p14:creationId xmlns:p14="http://schemas.microsoft.com/office/powerpoint/2010/main" val="267139682"/>
      </p:ext>
    </p:extLst>
  </p:cSld>
  <p:clrMapOvr>
    <a:masterClrMapping/>
  </p:clrMapOvr>
</p:sld>
</file>

<file path=ppt/theme/theme1.xml><?xml version="1.0" encoding="utf-8"?>
<a:theme xmlns:a="http://schemas.openxmlformats.org/drawingml/2006/main" name="28_Sep_2010_物理诊断报告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Times New Roman"/>
        <a:ea typeface="华文中宋"/>
        <a:cs typeface="Arial"/>
      </a:majorFont>
      <a:minorFont>
        <a:latin typeface="Times New Roman"/>
        <a:ea typeface="华文中宋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noFill/>
        <a:ln w="15875">
          <a:solidFill>
            <a:srgbClr val="FF0000"/>
          </a:solidFill>
        </a:ln>
      </a:spPr>
      <a:bodyPr/>
      <a:lstStyle/>
    </a:spDef>
    <a:lnDef>
      <a:spPr bwMode="auto">
        <a:prstGeom prst="rect">
          <a:avLst/>
        </a:prstGeom>
        <a:ln w="12700">
          <a:solidFill>
            <a:schemeClr val="tx1"/>
          </a:solidFill>
          <a:tailEnd type="stealth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0">
          <a:noFill/>
        </a:ln>
      </a:spPr>
      <a:bodyPr/>
      <a:lstStyle/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5826</TotalTime>
  <Words>364</Words>
  <Application>Microsoft Office PowerPoint</Application>
  <PresentationFormat>全屏显示(4:3)</PresentationFormat>
  <Paragraphs>79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MS PGothic</vt:lpstr>
      <vt:lpstr>等线</vt:lpstr>
      <vt:lpstr>黑体</vt:lpstr>
      <vt:lpstr>华文中宋</vt:lpstr>
      <vt:lpstr>宋体</vt:lpstr>
      <vt:lpstr>微软雅黑</vt:lpstr>
      <vt:lpstr>Arial</vt:lpstr>
      <vt:lpstr>Times New Roman</vt:lpstr>
      <vt:lpstr>28_Sep_2010_物理诊断报告</vt:lpstr>
      <vt:lpstr>PowerPoint 演示文稿</vt:lpstr>
      <vt:lpstr>目录</vt:lpstr>
      <vt:lpstr>一、选题背景</vt:lpstr>
      <vt:lpstr>二、研究现状</vt:lpstr>
      <vt:lpstr>二、研究现状</vt:lpstr>
      <vt:lpstr>二、研究现状</vt:lpstr>
      <vt:lpstr>二、研究现状</vt:lpstr>
      <vt:lpstr>二、研究现状</vt:lpstr>
      <vt:lpstr>三、研究内容</vt:lpstr>
      <vt:lpstr>四、进度安排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开题报告</dc:title>
  <dc:creator>仡飞 金</dc:creator>
  <cp:lastModifiedBy>18516319149@163.com</cp:lastModifiedBy>
  <cp:revision>289</cp:revision>
  <dcterms:created xsi:type="dcterms:W3CDTF">2020-11-09T11:43:30Z</dcterms:created>
  <dcterms:modified xsi:type="dcterms:W3CDTF">2020-12-09T05:57:57Z</dcterms:modified>
</cp:coreProperties>
</file>